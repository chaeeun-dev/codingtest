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Jost" panose="020B0600000101010101" charset="0"/>
      <p:regular r:id="rId9"/>
      <p:bold r:id="rId10"/>
      <p:italic r:id="rId11"/>
      <p:boldItalic r:id="rId12"/>
    </p:embeddedFont>
    <p:embeddedFont>
      <p:font typeface="Palanquin Dark" panose="020B0600000101010101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620" y="-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cf4798b604_0_4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cf4798b604_0_4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cf4798b604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cf4798b604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cf4798b604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cf4798b604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cf4798b604_0_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cf4798b604_0_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f4798b604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cf4798b604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f4798b604_0_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f4798b604_0_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-695636" y="-720307"/>
            <a:ext cx="11018668" cy="6964573"/>
            <a:chOff x="-695636" y="-720307"/>
            <a:chExt cx="11018668" cy="6964573"/>
          </a:xfrm>
        </p:grpSpPr>
        <p:sp>
          <p:nvSpPr>
            <p:cNvPr id="12" name="Google Shape;12;p2"/>
            <p:cNvSpPr/>
            <p:nvPr/>
          </p:nvSpPr>
          <p:spPr>
            <a:xfrm>
              <a:off x="3727857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695636" y="-7203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3250950" y="1774800"/>
            <a:ext cx="2642100" cy="97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50950" y="2628950"/>
            <a:ext cx="2642100" cy="62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658175" y="482778"/>
            <a:ext cx="7891816" cy="3672519"/>
            <a:chOff x="658175" y="482778"/>
            <a:chExt cx="7891816" cy="3672519"/>
          </a:xfrm>
        </p:grpSpPr>
        <p:grpSp>
          <p:nvGrpSpPr>
            <p:cNvPr id="17" name="Google Shape;17;p2"/>
            <p:cNvGrpSpPr/>
            <p:nvPr/>
          </p:nvGrpSpPr>
          <p:grpSpPr>
            <a:xfrm>
              <a:off x="8421616" y="482778"/>
              <a:ext cx="128375" cy="603763"/>
              <a:chOff x="2766991" y="3156303"/>
              <a:chExt cx="128375" cy="603763"/>
            </a:xfrm>
          </p:grpSpPr>
          <p:sp>
            <p:nvSpPr>
              <p:cNvPr id="18" name="Google Shape;18;p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658175" y="3340316"/>
              <a:ext cx="128400" cy="814981"/>
              <a:chOff x="7185425" y="2022141"/>
              <a:chExt cx="128400" cy="814981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1442875" y="2400311"/>
            <a:ext cx="6258300" cy="81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42925" y="3216311"/>
            <a:ext cx="62583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3753100" y="1378200"/>
            <a:ext cx="1637700" cy="90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63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grpSp>
        <p:nvGrpSpPr>
          <p:cNvPr id="35" name="Google Shape;35;p3"/>
          <p:cNvGrpSpPr/>
          <p:nvPr/>
        </p:nvGrpSpPr>
        <p:grpSpPr>
          <a:xfrm>
            <a:off x="-1229036" y="-699832"/>
            <a:ext cx="11238643" cy="6944098"/>
            <a:chOff x="-1229036" y="-699832"/>
            <a:chExt cx="11238643" cy="6944098"/>
          </a:xfrm>
        </p:grpSpPr>
        <p:sp>
          <p:nvSpPr>
            <p:cNvPr id="36" name="Google Shape;36;p3"/>
            <p:cNvSpPr/>
            <p:nvPr/>
          </p:nvSpPr>
          <p:spPr>
            <a:xfrm flipH="1">
              <a:off x="-1229036" y="3499682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5248702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" name="Google Shape;38;p3"/>
          <p:cNvGrpSpPr/>
          <p:nvPr/>
        </p:nvGrpSpPr>
        <p:grpSpPr>
          <a:xfrm>
            <a:off x="593991" y="821453"/>
            <a:ext cx="8006884" cy="3400419"/>
            <a:chOff x="593991" y="821453"/>
            <a:chExt cx="8006884" cy="3400419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593991" y="821453"/>
              <a:ext cx="128375" cy="603763"/>
              <a:chOff x="2766991" y="3156303"/>
              <a:chExt cx="128375" cy="60376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8472475" y="3406891"/>
              <a:ext cx="128400" cy="814981"/>
              <a:chOff x="7185425" y="2022141"/>
              <a:chExt cx="128400" cy="814981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51" name="Google Shape;51;p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4" name="Google Shape;54;p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11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"/>
          <p:cNvSpPr/>
          <p:nvPr/>
        </p:nvSpPr>
        <p:spPr>
          <a:xfrm flipH="1">
            <a:off x="6098714" y="-689007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" name="Google Shape;57;p4"/>
          <p:cNvGrpSpPr/>
          <p:nvPr/>
        </p:nvGrpSpPr>
        <p:grpSpPr>
          <a:xfrm rot="6380618">
            <a:off x="253216" y="4822852"/>
            <a:ext cx="831813" cy="682451"/>
            <a:chOff x="2500745" y="1139495"/>
            <a:chExt cx="831805" cy="682445"/>
          </a:xfrm>
        </p:grpSpPr>
        <p:sp>
          <p:nvSpPr>
            <p:cNvPr id="58" name="Google Shape;58;p4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722425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807277" y="1795825"/>
            <a:ext cx="3614400" cy="223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-123011" y="-343647"/>
            <a:ext cx="8937224" cy="5968174"/>
            <a:chOff x="-123011" y="-343647"/>
            <a:chExt cx="8937224" cy="5968174"/>
          </a:xfrm>
        </p:grpSpPr>
        <p:grpSp>
          <p:nvGrpSpPr>
            <p:cNvPr id="67" name="Google Shape;67;p5"/>
            <p:cNvGrpSpPr/>
            <p:nvPr/>
          </p:nvGrpSpPr>
          <p:grpSpPr>
            <a:xfrm rot="-5903704">
              <a:off x="8195138" y="-235959"/>
              <a:ext cx="649060" cy="499683"/>
              <a:chOff x="2601900" y="1240650"/>
              <a:chExt cx="649050" cy="499675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70" name="Google Shape;70;p5"/>
            <p:cNvGrpSpPr/>
            <p:nvPr/>
          </p:nvGrpSpPr>
          <p:grpSpPr>
            <a:xfrm rot="2976451">
              <a:off x="-9520" y="4745451"/>
              <a:ext cx="831779" cy="682424"/>
              <a:chOff x="2500745" y="1139495"/>
              <a:chExt cx="831805" cy="682445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73" name="Google Shape;73;p5"/>
          <p:cNvGrpSpPr/>
          <p:nvPr/>
        </p:nvGrpSpPr>
        <p:grpSpPr>
          <a:xfrm rot="5400000">
            <a:off x="6026466" y="4484516"/>
            <a:ext cx="128375" cy="603763"/>
            <a:chOff x="2766991" y="3156303"/>
            <a:chExt cx="128375" cy="603763"/>
          </a:xfrm>
        </p:grpSpPr>
        <p:sp>
          <p:nvSpPr>
            <p:cNvPr id="74" name="Google Shape;74;p5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9" name="Google Shape;79;p5"/>
          <p:cNvGrpSpPr/>
          <p:nvPr/>
        </p:nvGrpSpPr>
        <p:grpSpPr>
          <a:xfrm>
            <a:off x="-598216" y="-1546227"/>
            <a:ext cx="10826478" cy="9134726"/>
            <a:chOff x="-598216" y="-1546227"/>
            <a:chExt cx="10826478" cy="9134726"/>
          </a:xfrm>
        </p:grpSpPr>
        <p:sp>
          <p:nvSpPr>
            <p:cNvPr id="80" name="Google Shape;80;p5"/>
            <p:cNvSpPr/>
            <p:nvPr/>
          </p:nvSpPr>
          <p:spPr>
            <a:xfrm rot="-5400000" flipH="1">
              <a:off x="5558382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-5400000" flipH="1">
              <a:off x="-1986036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5" name="Google Shape;85;p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86" name="Google Shape;86;p6"/>
          <p:cNvGrpSpPr/>
          <p:nvPr/>
        </p:nvGrpSpPr>
        <p:grpSpPr>
          <a:xfrm rot="-8823410">
            <a:off x="-163718" y="382490"/>
            <a:ext cx="761431" cy="610569"/>
            <a:chOff x="7090625" y="862823"/>
            <a:chExt cx="761440" cy="610577"/>
          </a:xfrm>
        </p:grpSpPr>
        <p:sp>
          <p:nvSpPr>
            <p:cNvPr id="87" name="Google Shape;87;p6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89" name="Google Shape;89;p6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90" name="Google Shape;90;p6"/>
          <p:cNvSpPr/>
          <p:nvPr/>
        </p:nvSpPr>
        <p:spPr>
          <a:xfrm>
            <a:off x="5653311" y="4235145"/>
            <a:ext cx="4431897" cy="1937700"/>
          </a:xfrm>
          <a:custGeom>
            <a:avLst/>
            <a:gdLst/>
            <a:ahLst/>
            <a:cxnLst/>
            <a:rect l="l" t="t" r="r" b="b"/>
            <a:pathLst>
              <a:path w="4431897" h="1937700" extrusionOk="0">
                <a:moveTo>
                  <a:pt x="4358143" y="716206"/>
                </a:moveTo>
                <a:cubicBezTo>
                  <a:pt x="4282148" y="488050"/>
                  <a:pt x="4144240" y="276560"/>
                  <a:pt x="3945752" y="141650"/>
                </a:cubicBezTo>
                <a:cubicBezTo>
                  <a:pt x="3712349" y="-17009"/>
                  <a:pt x="3390368" y="-53424"/>
                  <a:pt x="3140550" y="89153"/>
                </a:cubicBezTo>
                <a:cubicBezTo>
                  <a:pt x="2902648" y="224979"/>
                  <a:pt x="2747824" y="476967"/>
                  <a:pt x="2488173" y="579129"/>
                </a:cubicBezTo>
                <a:cubicBezTo>
                  <a:pt x="2243355" y="675457"/>
                  <a:pt x="1969288" y="599961"/>
                  <a:pt x="1711970" y="544963"/>
                </a:cubicBezTo>
                <a:cubicBezTo>
                  <a:pt x="1431321" y="485050"/>
                  <a:pt x="1136672" y="451218"/>
                  <a:pt x="859355" y="525048"/>
                </a:cubicBezTo>
                <a:cubicBezTo>
                  <a:pt x="578789" y="599711"/>
                  <a:pt x="330304" y="786202"/>
                  <a:pt x="177230" y="1032857"/>
                </a:cubicBezTo>
                <a:cubicBezTo>
                  <a:pt x="24156" y="1279595"/>
                  <a:pt x="-32507" y="1583663"/>
                  <a:pt x="17990" y="1869566"/>
                </a:cubicBezTo>
                <a:cubicBezTo>
                  <a:pt x="21740" y="1890898"/>
                  <a:pt x="27406" y="1914230"/>
                  <a:pt x="44988" y="1926897"/>
                </a:cubicBezTo>
                <a:cubicBezTo>
                  <a:pt x="60071" y="1937729"/>
                  <a:pt x="80070" y="1937896"/>
                  <a:pt x="98652" y="1937646"/>
                </a:cubicBezTo>
                <a:cubicBezTo>
                  <a:pt x="1370741" y="1920397"/>
                  <a:pt x="2642914" y="1903064"/>
                  <a:pt x="3915003" y="1885815"/>
                </a:cubicBezTo>
                <a:cubicBezTo>
                  <a:pt x="4007748" y="1884565"/>
                  <a:pt x="4104659" y="1882232"/>
                  <a:pt x="4186320" y="1838234"/>
                </a:cubicBezTo>
                <a:cubicBezTo>
                  <a:pt x="4307230" y="1772988"/>
                  <a:pt x="4365726" y="1632411"/>
                  <a:pt x="4396057" y="1498418"/>
                </a:cubicBezTo>
                <a:cubicBezTo>
                  <a:pt x="4451471" y="1253596"/>
                  <a:pt x="4442471" y="994442"/>
                  <a:pt x="4370143" y="754037"/>
                </a:cubicBezTo>
                <a:cubicBezTo>
                  <a:pt x="4366309" y="741371"/>
                  <a:pt x="4362310" y="728705"/>
                  <a:pt x="4358143" y="716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4" name="Google Shape;94;p7"/>
          <p:cNvSpPr txBox="1">
            <a:spLocks noGrp="1"/>
          </p:cNvSpPr>
          <p:nvPr>
            <p:ph type="title"/>
          </p:nvPr>
        </p:nvSpPr>
        <p:spPr>
          <a:xfrm>
            <a:off x="4798875" y="539500"/>
            <a:ext cx="3622500" cy="9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7"/>
          <p:cNvSpPr txBox="1">
            <a:spLocks noGrp="1"/>
          </p:cNvSpPr>
          <p:nvPr>
            <p:ph type="body" idx="1"/>
          </p:nvPr>
        </p:nvSpPr>
        <p:spPr>
          <a:xfrm>
            <a:off x="4798875" y="1961975"/>
            <a:ext cx="3622500" cy="22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6" name="Google Shape;96;p7"/>
          <p:cNvSpPr>
            <a:spLocks noGrp="1"/>
          </p:cNvSpPr>
          <p:nvPr>
            <p:ph type="pic" idx="2"/>
          </p:nvPr>
        </p:nvSpPr>
        <p:spPr>
          <a:xfrm>
            <a:off x="722375" y="894750"/>
            <a:ext cx="3354000" cy="3354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97" name="Google Shape;97;p7"/>
          <p:cNvGrpSpPr/>
          <p:nvPr/>
        </p:nvGrpSpPr>
        <p:grpSpPr>
          <a:xfrm>
            <a:off x="8520316" y="1791428"/>
            <a:ext cx="128375" cy="603763"/>
            <a:chOff x="2766991" y="3156303"/>
            <a:chExt cx="128375" cy="603763"/>
          </a:xfrm>
        </p:grpSpPr>
        <p:sp>
          <p:nvSpPr>
            <p:cNvPr id="98" name="Google Shape;98;p7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7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7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 rot="-7714864">
            <a:off x="8606949" y="286918"/>
            <a:ext cx="761414" cy="610556"/>
            <a:chOff x="7090625" y="862823"/>
            <a:chExt cx="761440" cy="610577"/>
          </a:xfrm>
        </p:grpSpPr>
        <p:sp>
          <p:nvSpPr>
            <p:cNvPr id="104" name="Google Shape;104;p7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07" name="Google Shape;107;p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2257200" y="1627075"/>
            <a:ext cx="4629600" cy="18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11" name="Google Shape;111;p8"/>
          <p:cNvGrpSpPr/>
          <p:nvPr/>
        </p:nvGrpSpPr>
        <p:grpSpPr>
          <a:xfrm>
            <a:off x="-1131616" y="-1546227"/>
            <a:ext cx="10826478" cy="9134726"/>
            <a:chOff x="-1131616" y="-1546227"/>
            <a:chExt cx="10826478" cy="9134726"/>
          </a:xfrm>
        </p:grpSpPr>
        <p:sp>
          <p:nvSpPr>
            <p:cNvPr id="112" name="Google Shape;112;p8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8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8"/>
          <p:cNvGrpSpPr/>
          <p:nvPr/>
        </p:nvGrpSpPr>
        <p:grpSpPr>
          <a:xfrm>
            <a:off x="658191" y="862816"/>
            <a:ext cx="7827634" cy="2648275"/>
            <a:chOff x="658191" y="862816"/>
            <a:chExt cx="7827634" cy="2648275"/>
          </a:xfrm>
        </p:grpSpPr>
        <p:grpSp>
          <p:nvGrpSpPr>
            <p:cNvPr id="115" name="Google Shape;115;p8"/>
            <p:cNvGrpSpPr/>
            <p:nvPr/>
          </p:nvGrpSpPr>
          <p:grpSpPr>
            <a:xfrm rot="10800000">
              <a:off x="658191" y="2907328"/>
              <a:ext cx="128375" cy="603763"/>
              <a:chOff x="2766991" y="3156303"/>
              <a:chExt cx="128375" cy="603763"/>
            </a:xfrm>
          </p:grpSpPr>
          <p:sp>
            <p:nvSpPr>
              <p:cNvPr id="116" name="Google Shape;116;p8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" name="Google Shape;121;p8"/>
            <p:cNvGrpSpPr/>
            <p:nvPr/>
          </p:nvGrpSpPr>
          <p:grpSpPr>
            <a:xfrm>
              <a:off x="8357425" y="862816"/>
              <a:ext cx="128400" cy="814981"/>
              <a:chOff x="7185425" y="2022141"/>
              <a:chExt cx="128400" cy="814981"/>
            </a:xfrm>
          </p:grpSpPr>
          <p:sp>
            <p:nvSpPr>
              <p:cNvPr id="122" name="Google Shape;122;p8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27" name="Google Shape;127;p8"/>
          <p:cNvGrpSpPr/>
          <p:nvPr/>
        </p:nvGrpSpPr>
        <p:grpSpPr>
          <a:xfrm rot="2700000">
            <a:off x="2671018" y="156297"/>
            <a:ext cx="649044" cy="499670"/>
            <a:chOff x="2601900" y="1240650"/>
            <a:chExt cx="649050" cy="499675"/>
          </a:xfrm>
        </p:grpSpPr>
        <p:sp>
          <p:nvSpPr>
            <p:cNvPr id="128" name="Google Shape;128;p8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3" name="Google Shape;133;p9"/>
          <p:cNvSpPr txBox="1">
            <a:spLocks noGrp="1"/>
          </p:cNvSpPr>
          <p:nvPr>
            <p:ph type="title"/>
          </p:nvPr>
        </p:nvSpPr>
        <p:spPr>
          <a:xfrm>
            <a:off x="2169175" y="1585950"/>
            <a:ext cx="4805700" cy="9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ubTitle" idx="1"/>
          </p:nvPr>
        </p:nvSpPr>
        <p:spPr>
          <a:xfrm>
            <a:off x="2169175" y="2489550"/>
            <a:ext cx="4805700" cy="106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35" name="Google Shape;135;p9"/>
          <p:cNvGrpSpPr/>
          <p:nvPr/>
        </p:nvGrpSpPr>
        <p:grpSpPr>
          <a:xfrm flipH="1">
            <a:off x="-674416" y="-1546227"/>
            <a:ext cx="10826478" cy="9134726"/>
            <a:chOff x="-1131616" y="-1546227"/>
            <a:chExt cx="10826478" cy="9134726"/>
          </a:xfrm>
        </p:grpSpPr>
        <p:sp>
          <p:nvSpPr>
            <p:cNvPr id="136" name="Google Shape;136;p9"/>
            <p:cNvSpPr/>
            <p:nvPr/>
          </p:nvSpPr>
          <p:spPr>
            <a:xfrm rot="5400000">
              <a:off x="-3056911" y="2918620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9"/>
            <p:cNvSpPr/>
            <p:nvPr/>
          </p:nvSpPr>
          <p:spPr>
            <a:xfrm rot="5400000">
              <a:off x="63217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9"/>
          <p:cNvGrpSpPr/>
          <p:nvPr/>
        </p:nvGrpSpPr>
        <p:grpSpPr>
          <a:xfrm>
            <a:off x="722372" y="329882"/>
            <a:ext cx="7186694" cy="4402490"/>
            <a:chOff x="722372" y="329882"/>
            <a:chExt cx="7186694" cy="4402490"/>
          </a:xfrm>
        </p:grpSpPr>
        <p:grpSp>
          <p:nvGrpSpPr>
            <p:cNvPr id="139" name="Google Shape;139;p9"/>
            <p:cNvGrpSpPr/>
            <p:nvPr/>
          </p:nvGrpSpPr>
          <p:grpSpPr>
            <a:xfrm rot="5400000">
              <a:off x="960066" y="4366303"/>
              <a:ext cx="128375" cy="603763"/>
              <a:chOff x="2766991" y="3156303"/>
              <a:chExt cx="128375" cy="603763"/>
            </a:xfrm>
          </p:grpSpPr>
          <p:sp>
            <p:nvSpPr>
              <p:cNvPr id="140" name="Google Shape;140;p9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" name="Google Shape;145;p9"/>
            <p:cNvGrpSpPr/>
            <p:nvPr/>
          </p:nvGrpSpPr>
          <p:grpSpPr>
            <a:xfrm rot="5400000">
              <a:off x="7437375" y="-13409"/>
              <a:ext cx="128400" cy="814981"/>
              <a:chOff x="7185425" y="2022141"/>
              <a:chExt cx="128400" cy="814981"/>
            </a:xfrm>
          </p:grpSpPr>
          <p:sp>
            <p:nvSpPr>
              <p:cNvPr id="146" name="Google Shape;146;p9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7" name="Google Shape;147;p9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49" name="Google Shape;149;p9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722375" y="3602600"/>
            <a:ext cx="3970200" cy="10014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1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8" name="Google Shape;158;p11"/>
          <p:cNvSpPr txBox="1">
            <a:spLocks noGrp="1"/>
          </p:cNvSpPr>
          <p:nvPr>
            <p:ph type="title" hasCustomPrompt="1"/>
          </p:nvPr>
        </p:nvSpPr>
        <p:spPr>
          <a:xfrm>
            <a:off x="1425924" y="1833800"/>
            <a:ext cx="6292200" cy="124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9" name="Google Shape;159;p11"/>
          <p:cNvSpPr txBox="1">
            <a:spLocks noGrp="1"/>
          </p:cNvSpPr>
          <p:nvPr>
            <p:ph type="subTitle" idx="1"/>
          </p:nvPr>
        </p:nvSpPr>
        <p:spPr>
          <a:xfrm>
            <a:off x="1425888" y="2835380"/>
            <a:ext cx="6292200" cy="47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0" name="Google Shape;160;p11"/>
          <p:cNvGrpSpPr/>
          <p:nvPr/>
        </p:nvGrpSpPr>
        <p:grpSpPr>
          <a:xfrm>
            <a:off x="491925" y="366422"/>
            <a:ext cx="7980548" cy="3206025"/>
            <a:chOff x="491925" y="366422"/>
            <a:chExt cx="7980548" cy="3206025"/>
          </a:xfrm>
        </p:grpSpPr>
        <p:grpSp>
          <p:nvGrpSpPr>
            <p:cNvPr id="161" name="Google Shape;161;p11"/>
            <p:cNvGrpSpPr/>
            <p:nvPr/>
          </p:nvGrpSpPr>
          <p:grpSpPr>
            <a:xfrm rot="-5400000">
              <a:off x="8106404" y="128728"/>
              <a:ext cx="128375" cy="603763"/>
              <a:chOff x="2766991" y="3156303"/>
              <a:chExt cx="128375" cy="603763"/>
            </a:xfrm>
          </p:grpSpPr>
          <p:sp>
            <p:nvSpPr>
              <p:cNvPr id="162" name="Google Shape;162;p1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11"/>
            <p:cNvGrpSpPr/>
            <p:nvPr/>
          </p:nvGrpSpPr>
          <p:grpSpPr>
            <a:xfrm>
              <a:off x="491925" y="2757466"/>
              <a:ext cx="128400" cy="814981"/>
              <a:chOff x="7185425" y="2022141"/>
              <a:chExt cx="128400" cy="814981"/>
            </a:xfrm>
          </p:grpSpPr>
          <p:sp>
            <p:nvSpPr>
              <p:cNvPr id="168" name="Google Shape;168;p1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173" name="Google Shape;173;p11"/>
          <p:cNvGrpSpPr/>
          <p:nvPr/>
        </p:nvGrpSpPr>
        <p:grpSpPr>
          <a:xfrm>
            <a:off x="-1488811" y="-699832"/>
            <a:ext cx="12342693" cy="6954923"/>
            <a:chOff x="-1488811" y="-699832"/>
            <a:chExt cx="12342693" cy="6954923"/>
          </a:xfrm>
        </p:grpSpPr>
        <p:sp>
          <p:nvSpPr>
            <p:cNvPr id="174" name="Google Shape;174;p11"/>
            <p:cNvSpPr/>
            <p:nvPr/>
          </p:nvSpPr>
          <p:spPr>
            <a:xfrm>
              <a:off x="4258707" y="35105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11"/>
            <p:cNvSpPr/>
            <p:nvPr/>
          </p:nvSpPr>
          <p:spPr>
            <a:xfrm>
              <a:off x="-1488811" y="-6998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2" hasCustomPrompt="1"/>
          </p:nvPr>
        </p:nvSpPr>
        <p:spPr>
          <a:xfrm>
            <a:off x="821788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3" hasCustomPrompt="1"/>
          </p:nvPr>
        </p:nvSpPr>
        <p:spPr>
          <a:xfrm>
            <a:off x="4814263" y="1741763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title" idx="4" hasCustomPrompt="1"/>
          </p:nvPr>
        </p:nvSpPr>
        <p:spPr>
          <a:xfrm>
            <a:off x="821788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5" name="Google Shape;185;p13"/>
          <p:cNvSpPr txBox="1">
            <a:spLocks noGrp="1"/>
          </p:cNvSpPr>
          <p:nvPr>
            <p:ph type="title" idx="5" hasCustomPrompt="1"/>
          </p:nvPr>
        </p:nvSpPr>
        <p:spPr>
          <a:xfrm>
            <a:off x="4814263" y="3300600"/>
            <a:ext cx="816900" cy="81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"/>
          </p:nvPr>
        </p:nvSpPr>
        <p:spPr>
          <a:xfrm>
            <a:off x="1638563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6"/>
          </p:nvPr>
        </p:nvSpPr>
        <p:spPr>
          <a:xfrm>
            <a:off x="5631187" y="1741763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7"/>
          </p:nvPr>
        </p:nvSpPr>
        <p:spPr>
          <a:xfrm>
            <a:off x="1638588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8"/>
          </p:nvPr>
        </p:nvSpPr>
        <p:spPr>
          <a:xfrm>
            <a:off x="5631212" y="3300600"/>
            <a:ext cx="2691000" cy="39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nquin Dark"/>
              <a:buNone/>
              <a:defRPr sz="1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9"/>
          </p:nvPr>
        </p:nvSpPr>
        <p:spPr>
          <a:xfrm>
            <a:off x="1638563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13"/>
          </p:nvPr>
        </p:nvSpPr>
        <p:spPr>
          <a:xfrm>
            <a:off x="5631187" y="2025612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14"/>
          </p:nvPr>
        </p:nvSpPr>
        <p:spPr>
          <a:xfrm>
            <a:off x="1638588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ubTitle" idx="15"/>
          </p:nvPr>
        </p:nvSpPr>
        <p:spPr>
          <a:xfrm>
            <a:off x="5631212" y="3584449"/>
            <a:ext cx="2691000" cy="5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13"/>
          <p:cNvGrpSpPr/>
          <p:nvPr/>
        </p:nvGrpSpPr>
        <p:grpSpPr>
          <a:xfrm>
            <a:off x="8654325" y="1740628"/>
            <a:ext cx="128400" cy="814981"/>
            <a:chOff x="7185425" y="2022141"/>
            <a:chExt cx="128400" cy="814981"/>
          </a:xfrm>
        </p:grpSpPr>
        <p:sp>
          <p:nvSpPr>
            <p:cNvPr id="195" name="Google Shape;195;p13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00" name="Google Shape;200;p13"/>
          <p:cNvGrpSpPr/>
          <p:nvPr/>
        </p:nvGrpSpPr>
        <p:grpSpPr>
          <a:xfrm>
            <a:off x="1967" y="382574"/>
            <a:ext cx="8804761" cy="4474188"/>
            <a:chOff x="1967" y="382574"/>
            <a:chExt cx="8804761" cy="4474188"/>
          </a:xfrm>
        </p:grpSpPr>
        <p:grpSp>
          <p:nvGrpSpPr>
            <p:cNvPr id="201" name="Google Shape;201;p13"/>
            <p:cNvGrpSpPr/>
            <p:nvPr/>
          </p:nvGrpSpPr>
          <p:grpSpPr>
            <a:xfrm rot="847845">
              <a:off x="53134" y="454232"/>
              <a:ext cx="648956" cy="499602"/>
              <a:chOff x="2601900" y="1240650"/>
              <a:chExt cx="649050" cy="499675"/>
            </a:xfrm>
          </p:grpSpPr>
          <p:sp>
            <p:nvSpPr>
              <p:cNvPr id="202" name="Google Shape;202;p13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04" name="Google Shape;204;p13"/>
            <p:cNvGrpSpPr/>
            <p:nvPr/>
          </p:nvGrpSpPr>
          <p:grpSpPr>
            <a:xfrm>
              <a:off x="8185775" y="4242988"/>
              <a:ext cx="620952" cy="613774"/>
              <a:chOff x="7090625" y="939100"/>
              <a:chExt cx="620952" cy="613774"/>
            </a:xfrm>
          </p:grpSpPr>
          <p:sp>
            <p:nvSpPr>
              <p:cNvPr id="205" name="Google Shape;205;p13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06" name="Google Shape;206;p13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grpSp>
        <p:nvGrpSpPr>
          <p:cNvPr id="207" name="Google Shape;207;p13"/>
          <p:cNvGrpSpPr/>
          <p:nvPr/>
        </p:nvGrpSpPr>
        <p:grpSpPr>
          <a:xfrm>
            <a:off x="-1337211" y="-1198293"/>
            <a:ext cx="12845918" cy="7036451"/>
            <a:chOff x="-1337211" y="-1198293"/>
            <a:chExt cx="12845918" cy="7036451"/>
          </a:xfrm>
        </p:grpSpPr>
        <p:sp>
          <p:nvSpPr>
            <p:cNvPr id="208" name="Google Shape;208;p13"/>
            <p:cNvSpPr/>
            <p:nvPr/>
          </p:nvSpPr>
          <p:spPr>
            <a:xfrm rot="10800000" flipH="1">
              <a:off x="-1337211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 rot="10800000" flipH="1">
              <a:off x="4913532" y="-1198293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7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13" name="Google Shape;213;p14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-1446298" y="-687532"/>
            <a:ext cx="4760905" cy="1985265"/>
          </a:xfrm>
          <a:custGeom>
            <a:avLst/>
            <a:gdLst/>
            <a:ahLst/>
            <a:cxnLst/>
            <a:rect l="l" t="t" r="r" b="b"/>
            <a:pathLst>
              <a:path w="4760905" h="1985265" extrusionOk="0">
                <a:moveTo>
                  <a:pt x="121517" y="1419631"/>
                </a:moveTo>
                <a:cubicBezTo>
                  <a:pt x="291840" y="1781446"/>
                  <a:pt x="641236" y="2051183"/>
                  <a:pt x="1065877" y="1971104"/>
                </a:cubicBezTo>
                <a:cubicBezTo>
                  <a:pt x="1334443" y="1920523"/>
                  <a:pt x="1578679" y="1752364"/>
                  <a:pt x="1741669" y="1535625"/>
                </a:cubicBezTo>
                <a:cubicBezTo>
                  <a:pt x="1874411" y="1359134"/>
                  <a:pt x="1973738" y="1141727"/>
                  <a:pt x="2168476" y="1037649"/>
                </a:cubicBezTo>
                <a:cubicBezTo>
                  <a:pt x="2307301" y="963486"/>
                  <a:pt x="2472541" y="960486"/>
                  <a:pt x="2629532" y="971152"/>
                </a:cubicBezTo>
                <a:cubicBezTo>
                  <a:pt x="2897182" y="989318"/>
                  <a:pt x="3161333" y="1042066"/>
                  <a:pt x="3428650" y="1064565"/>
                </a:cubicBezTo>
                <a:cubicBezTo>
                  <a:pt x="3695967" y="1087063"/>
                  <a:pt x="3972450" y="1077731"/>
                  <a:pt x="4221018" y="976735"/>
                </a:cubicBezTo>
                <a:cubicBezTo>
                  <a:pt x="4469503" y="875824"/>
                  <a:pt x="4686907" y="670500"/>
                  <a:pt x="4747903" y="409346"/>
                </a:cubicBezTo>
                <a:cubicBezTo>
                  <a:pt x="4776151" y="288352"/>
                  <a:pt x="4762485" y="143859"/>
                  <a:pt x="4665825" y="65696"/>
                </a:cubicBezTo>
                <a:cubicBezTo>
                  <a:pt x="4587579" y="2199"/>
                  <a:pt x="4477836" y="-384"/>
                  <a:pt x="4377009" y="33"/>
                </a:cubicBezTo>
                <a:cubicBezTo>
                  <a:pt x="2980677" y="5783"/>
                  <a:pt x="1584428" y="11532"/>
                  <a:pt x="188096" y="17282"/>
                </a:cubicBezTo>
                <a:cubicBezTo>
                  <a:pt x="168098" y="17282"/>
                  <a:pt x="146349" y="18115"/>
                  <a:pt x="131100" y="30948"/>
                </a:cubicBezTo>
                <a:cubicBezTo>
                  <a:pt x="117351" y="42531"/>
                  <a:pt x="112268" y="61197"/>
                  <a:pt x="107935" y="78696"/>
                </a:cubicBezTo>
                <a:cubicBezTo>
                  <a:pt x="20440" y="434012"/>
                  <a:pt x="-42390" y="806744"/>
                  <a:pt x="35022" y="1164476"/>
                </a:cubicBezTo>
                <a:cubicBezTo>
                  <a:pt x="54021" y="1252222"/>
                  <a:pt x="83269" y="1338301"/>
                  <a:pt x="121600" y="141971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5" name="Google Shape;215;p14"/>
          <p:cNvGrpSpPr/>
          <p:nvPr/>
        </p:nvGrpSpPr>
        <p:grpSpPr>
          <a:xfrm rot="10800000">
            <a:off x="8679416" y="1112203"/>
            <a:ext cx="128375" cy="603763"/>
            <a:chOff x="2766991" y="3156303"/>
            <a:chExt cx="128375" cy="603763"/>
          </a:xfrm>
        </p:grpSpPr>
        <p:sp>
          <p:nvSpPr>
            <p:cNvPr id="216" name="Google Shape;216;p14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14"/>
          <p:cNvGrpSpPr/>
          <p:nvPr/>
        </p:nvGrpSpPr>
        <p:grpSpPr>
          <a:xfrm rot="531566">
            <a:off x="75240" y="3895867"/>
            <a:ext cx="649005" cy="499640"/>
            <a:chOff x="2601900" y="1240650"/>
            <a:chExt cx="649050" cy="499675"/>
          </a:xfrm>
        </p:grpSpPr>
        <p:sp>
          <p:nvSpPr>
            <p:cNvPr id="222" name="Google Shape;222;p14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24" name="Google Shape;224;p14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27" name="Google Shape;227;p15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subTitle" idx="1"/>
          </p:nvPr>
        </p:nvSpPr>
        <p:spPr>
          <a:xfrm>
            <a:off x="1116813" y="2377625"/>
            <a:ext cx="2689500" cy="9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29" name="Google Shape;229;p15"/>
          <p:cNvGrpSpPr/>
          <p:nvPr/>
        </p:nvGrpSpPr>
        <p:grpSpPr>
          <a:xfrm rot="9538391">
            <a:off x="8283652" y="1238695"/>
            <a:ext cx="831794" cy="682436"/>
            <a:chOff x="2500745" y="1139495"/>
            <a:chExt cx="831805" cy="682445"/>
          </a:xfrm>
        </p:grpSpPr>
        <p:sp>
          <p:nvSpPr>
            <p:cNvPr id="230" name="Google Shape;230;p15"/>
            <p:cNvSpPr/>
            <p:nvPr/>
          </p:nvSpPr>
          <p:spPr>
            <a:xfrm>
              <a:off x="2500745" y="1139495"/>
              <a:ext cx="538200" cy="53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1" name="Google Shape;231;p15"/>
            <p:cNvSpPr/>
            <p:nvPr/>
          </p:nvSpPr>
          <p:spPr>
            <a:xfrm>
              <a:off x="2794350" y="1283740"/>
              <a:ext cx="538200" cy="5382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32" name="Google Shape;232;p15"/>
          <p:cNvGrpSpPr/>
          <p:nvPr/>
        </p:nvGrpSpPr>
        <p:grpSpPr>
          <a:xfrm>
            <a:off x="658175" y="3340316"/>
            <a:ext cx="128400" cy="814981"/>
            <a:chOff x="7185425" y="2022141"/>
            <a:chExt cx="128400" cy="814981"/>
          </a:xfrm>
        </p:grpSpPr>
        <p:sp>
          <p:nvSpPr>
            <p:cNvPr id="233" name="Google Shape;233;p15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4" name="Google Shape;234;p15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5" name="Google Shape;235;p15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6" name="Google Shape;236;p15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37" name="Google Shape;237;p15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38" name="Google Shape;238;p15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41" name="Google Shape;241;p16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6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43" name="Google Shape;243;p16"/>
          <p:cNvGrpSpPr/>
          <p:nvPr/>
        </p:nvGrpSpPr>
        <p:grpSpPr>
          <a:xfrm rot="10800000">
            <a:off x="8657016" y="583828"/>
            <a:ext cx="128375" cy="603763"/>
            <a:chOff x="2766991" y="3156303"/>
            <a:chExt cx="128375" cy="603763"/>
          </a:xfrm>
        </p:grpSpPr>
        <p:sp>
          <p:nvSpPr>
            <p:cNvPr id="244" name="Google Shape;244;p16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6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6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6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6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6"/>
          <p:cNvGrpSpPr/>
          <p:nvPr/>
        </p:nvGrpSpPr>
        <p:grpSpPr>
          <a:xfrm>
            <a:off x="434350" y="2939466"/>
            <a:ext cx="128400" cy="814981"/>
            <a:chOff x="7185425" y="2022141"/>
            <a:chExt cx="128400" cy="814981"/>
          </a:xfrm>
        </p:grpSpPr>
        <p:sp>
          <p:nvSpPr>
            <p:cNvPr id="250" name="Google Shape;250;p16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2" name="Google Shape;252;p16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3" name="Google Shape;253;p16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54" name="Google Shape;254;p16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255" name="Google Shape;255;p16"/>
          <p:cNvSpPr/>
          <p:nvPr/>
        </p:nvSpPr>
        <p:spPr>
          <a:xfrm>
            <a:off x="5148125" y="3510475"/>
            <a:ext cx="6150001" cy="2559325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6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59" name="Google Shape;259;p17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7"/>
          <p:cNvSpPr txBox="1">
            <a:spLocks noGrp="1"/>
          </p:cNvSpPr>
          <p:nvPr>
            <p:ph type="subTitle" idx="1"/>
          </p:nvPr>
        </p:nvSpPr>
        <p:spPr>
          <a:xfrm>
            <a:off x="1442477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2"/>
          </p:nvPr>
        </p:nvSpPr>
        <p:spPr>
          <a:xfrm>
            <a:off x="5208823" y="2822354"/>
            <a:ext cx="2492700" cy="118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3"/>
          </p:nvPr>
        </p:nvSpPr>
        <p:spPr>
          <a:xfrm>
            <a:off x="1442477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4"/>
          </p:nvPr>
        </p:nvSpPr>
        <p:spPr>
          <a:xfrm>
            <a:off x="5208816" y="2568430"/>
            <a:ext cx="24927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64" name="Google Shape;264;p17"/>
          <p:cNvGrpSpPr/>
          <p:nvPr/>
        </p:nvGrpSpPr>
        <p:grpSpPr>
          <a:xfrm>
            <a:off x="-1272121" y="-821279"/>
            <a:ext cx="11780928" cy="6659437"/>
            <a:chOff x="-1272121" y="-821279"/>
            <a:chExt cx="11780928" cy="6659437"/>
          </a:xfrm>
        </p:grpSpPr>
        <p:sp>
          <p:nvSpPr>
            <p:cNvPr id="265" name="Google Shape;265;p17"/>
            <p:cNvSpPr/>
            <p:nvPr/>
          </p:nvSpPr>
          <p:spPr>
            <a:xfrm rot="10800000">
              <a:off x="5747902" y="3852893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7"/>
            <p:cNvSpPr/>
            <p:nvPr/>
          </p:nvSpPr>
          <p:spPr>
            <a:xfrm rot="10800000">
              <a:off x="-1272121" y="-821279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7"/>
          <p:cNvGrpSpPr/>
          <p:nvPr/>
        </p:nvGrpSpPr>
        <p:grpSpPr>
          <a:xfrm>
            <a:off x="355600" y="3191466"/>
            <a:ext cx="128400" cy="814981"/>
            <a:chOff x="7185425" y="2022141"/>
            <a:chExt cx="128400" cy="814981"/>
          </a:xfrm>
        </p:grpSpPr>
        <p:sp>
          <p:nvSpPr>
            <p:cNvPr id="268" name="Google Shape;268;p17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69" name="Google Shape;269;p17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0" name="Google Shape;270;p17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1" name="Google Shape;271;p17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272" name="Google Shape;272;p17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273" name="Google Shape;273;p17"/>
          <p:cNvGrpSpPr/>
          <p:nvPr/>
        </p:nvGrpSpPr>
        <p:grpSpPr>
          <a:xfrm>
            <a:off x="78441" y="858950"/>
            <a:ext cx="9065549" cy="1069170"/>
            <a:chOff x="78441" y="858950"/>
            <a:chExt cx="9065549" cy="1069170"/>
          </a:xfrm>
        </p:grpSpPr>
        <p:grpSp>
          <p:nvGrpSpPr>
            <p:cNvPr id="274" name="Google Shape;274;p17"/>
            <p:cNvGrpSpPr/>
            <p:nvPr/>
          </p:nvGrpSpPr>
          <p:grpSpPr>
            <a:xfrm rot="7956773">
              <a:off x="8415926" y="1270340"/>
              <a:ext cx="649010" cy="499644"/>
              <a:chOff x="2601900" y="1240650"/>
              <a:chExt cx="649050" cy="499675"/>
            </a:xfrm>
          </p:grpSpPr>
          <p:sp>
            <p:nvSpPr>
              <p:cNvPr id="275" name="Google Shape;275;p17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277" name="Google Shape;277;p17"/>
            <p:cNvGrpSpPr/>
            <p:nvPr/>
          </p:nvGrpSpPr>
          <p:grpSpPr>
            <a:xfrm>
              <a:off x="78441" y="858950"/>
              <a:ext cx="620952" cy="613774"/>
              <a:chOff x="7090625" y="939100"/>
              <a:chExt cx="620952" cy="613774"/>
            </a:xfrm>
          </p:grpSpPr>
          <p:sp>
            <p:nvSpPr>
              <p:cNvPr id="278" name="Google Shape;278;p17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465577" y="1306874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280" name="Google Shape;280;p17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18"/>
          <p:cNvSpPr txBox="1">
            <a:spLocks noGrp="1"/>
          </p:cNvSpPr>
          <p:nvPr>
            <p:ph type="subTitle" idx="1"/>
          </p:nvPr>
        </p:nvSpPr>
        <p:spPr>
          <a:xfrm>
            <a:off x="722399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8"/>
          <p:cNvSpPr txBox="1">
            <a:spLocks noGrp="1"/>
          </p:cNvSpPr>
          <p:nvPr>
            <p:ph type="subTitle" idx="2"/>
          </p:nvPr>
        </p:nvSpPr>
        <p:spPr>
          <a:xfrm>
            <a:off x="3394055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3"/>
          </p:nvPr>
        </p:nvSpPr>
        <p:spPr>
          <a:xfrm>
            <a:off x="722399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7" name="Google Shape;287;p18"/>
          <p:cNvSpPr txBox="1">
            <a:spLocks noGrp="1"/>
          </p:cNvSpPr>
          <p:nvPr>
            <p:ph type="subTitle" idx="4"/>
          </p:nvPr>
        </p:nvSpPr>
        <p:spPr>
          <a:xfrm>
            <a:off x="3394045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8" name="Google Shape;288;p18"/>
          <p:cNvSpPr txBox="1">
            <a:spLocks noGrp="1"/>
          </p:cNvSpPr>
          <p:nvPr>
            <p:ph type="subTitle" idx="5"/>
          </p:nvPr>
        </p:nvSpPr>
        <p:spPr>
          <a:xfrm>
            <a:off x="6065701" y="2822350"/>
            <a:ext cx="2355900" cy="81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18"/>
          <p:cNvSpPr txBox="1">
            <a:spLocks noGrp="1"/>
          </p:cNvSpPr>
          <p:nvPr>
            <p:ph type="subTitle" idx="6"/>
          </p:nvPr>
        </p:nvSpPr>
        <p:spPr>
          <a:xfrm>
            <a:off x="6065687" y="2568425"/>
            <a:ext cx="23559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grpSp>
        <p:nvGrpSpPr>
          <p:cNvPr id="290" name="Google Shape;290;p18"/>
          <p:cNvGrpSpPr/>
          <p:nvPr/>
        </p:nvGrpSpPr>
        <p:grpSpPr>
          <a:xfrm rot="5400000">
            <a:off x="1836191" y="41028"/>
            <a:ext cx="128375" cy="603763"/>
            <a:chOff x="2766991" y="3156303"/>
            <a:chExt cx="128375" cy="603763"/>
          </a:xfrm>
        </p:grpSpPr>
        <p:sp>
          <p:nvSpPr>
            <p:cNvPr id="291" name="Google Shape;291;p18"/>
            <p:cNvSpPr/>
            <p:nvPr/>
          </p:nvSpPr>
          <p:spPr>
            <a:xfrm>
              <a:off x="2766991" y="3646445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8"/>
            <p:cNvSpPr/>
            <p:nvPr/>
          </p:nvSpPr>
          <p:spPr>
            <a:xfrm>
              <a:off x="2766991" y="3523868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8"/>
            <p:cNvSpPr/>
            <p:nvPr/>
          </p:nvSpPr>
          <p:spPr>
            <a:xfrm>
              <a:off x="2766991" y="3401374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8"/>
            <p:cNvSpPr/>
            <p:nvPr/>
          </p:nvSpPr>
          <p:spPr>
            <a:xfrm>
              <a:off x="2766991" y="3278797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1"/>
                    <a:pt x="56373" y="109122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7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2"/>
                  </a:lnTo>
                  <a:cubicBezTo>
                    <a:pt x="70456" y="111871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8"/>
            <p:cNvSpPr/>
            <p:nvPr/>
          </p:nvSpPr>
          <p:spPr>
            <a:xfrm>
              <a:off x="2766991" y="3156303"/>
              <a:ext cx="128375" cy="113621"/>
            </a:xfrm>
            <a:custGeom>
              <a:avLst/>
              <a:gdLst/>
              <a:ahLst/>
              <a:cxnLst/>
              <a:rect l="l" t="t" r="r" b="b"/>
              <a:pathLst>
                <a:path w="128375" h="113621" extrusionOk="0">
                  <a:moveTo>
                    <a:pt x="64206" y="113621"/>
                  </a:moveTo>
                  <a:cubicBezTo>
                    <a:pt x="60956" y="113621"/>
                    <a:pt x="58040" y="111872"/>
                    <a:pt x="56373" y="109121"/>
                  </a:cubicBezTo>
                  <a:lnTo>
                    <a:pt x="1210" y="13543"/>
                  </a:lnTo>
                  <a:cubicBezTo>
                    <a:pt x="-1290" y="9210"/>
                    <a:pt x="210" y="3710"/>
                    <a:pt x="4543" y="1210"/>
                  </a:cubicBezTo>
                  <a:cubicBezTo>
                    <a:pt x="8876" y="-1290"/>
                    <a:pt x="14376" y="210"/>
                    <a:pt x="16876" y="4543"/>
                  </a:cubicBezTo>
                  <a:lnTo>
                    <a:pt x="64206" y="86623"/>
                  </a:lnTo>
                  <a:lnTo>
                    <a:pt x="111537" y="4543"/>
                  </a:lnTo>
                  <a:cubicBezTo>
                    <a:pt x="114037" y="210"/>
                    <a:pt x="119536" y="-1206"/>
                    <a:pt x="123869" y="1210"/>
                  </a:cubicBezTo>
                  <a:cubicBezTo>
                    <a:pt x="128202" y="3710"/>
                    <a:pt x="129619" y="9210"/>
                    <a:pt x="127202" y="13543"/>
                  </a:cubicBezTo>
                  <a:lnTo>
                    <a:pt x="72039" y="109121"/>
                  </a:lnTo>
                  <a:cubicBezTo>
                    <a:pt x="70456" y="111872"/>
                    <a:pt x="67456" y="113621"/>
                    <a:pt x="64206" y="1136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18"/>
          <p:cNvGrpSpPr/>
          <p:nvPr/>
        </p:nvGrpSpPr>
        <p:grpSpPr>
          <a:xfrm>
            <a:off x="-1801534" y="-717379"/>
            <a:ext cx="12156541" cy="6520912"/>
            <a:chOff x="-1801534" y="-717379"/>
            <a:chExt cx="12156541" cy="6520912"/>
          </a:xfrm>
        </p:grpSpPr>
        <p:sp>
          <p:nvSpPr>
            <p:cNvPr id="297" name="Google Shape;297;p18"/>
            <p:cNvSpPr/>
            <p:nvPr/>
          </p:nvSpPr>
          <p:spPr>
            <a:xfrm flipH="1">
              <a:off x="5594102" y="-717379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8"/>
            <p:cNvSpPr/>
            <p:nvPr/>
          </p:nvSpPr>
          <p:spPr>
            <a:xfrm flipH="1">
              <a:off x="-1801534" y="3751956"/>
              <a:ext cx="4929893" cy="2051577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9" name="Google Shape;299;p18"/>
          <p:cNvGrpSpPr/>
          <p:nvPr/>
        </p:nvGrpSpPr>
        <p:grpSpPr>
          <a:xfrm>
            <a:off x="228148" y="703999"/>
            <a:ext cx="9018884" cy="4057537"/>
            <a:chOff x="228148" y="703999"/>
            <a:chExt cx="9018884" cy="4057537"/>
          </a:xfrm>
        </p:grpSpPr>
        <p:grpSp>
          <p:nvGrpSpPr>
            <p:cNvPr id="300" name="Google Shape;300;p18"/>
            <p:cNvGrpSpPr/>
            <p:nvPr/>
          </p:nvGrpSpPr>
          <p:grpSpPr>
            <a:xfrm rot="-5903704">
              <a:off x="198163" y="4154166"/>
              <a:ext cx="649060" cy="499683"/>
              <a:chOff x="2601900" y="1240650"/>
              <a:chExt cx="649050" cy="499675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03" name="Google Shape;303;p18"/>
            <p:cNvGrpSpPr/>
            <p:nvPr/>
          </p:nvGrpSpPr>
          <p:grpSpPr>
            <a:xfrm rot="7203583">
              <a:off x="8327478" y="893660"/>
              <a:ext cx="831801" cy="682442"/>
              <a:chOff x="2500745" y="1139495"/>
              <a:chExt cx="831805" cy="682445"/>
            </a:xfrm>
          </p:grpSpPr>
          <p:sp>
            <p:nvSpPr>
              <p:cNvPr id="304" name="Google Shape;304;p18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05" name="Google Shape;305;p18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06" name="Google Shape;306;p18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1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9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09" name="Google Shape;309;p19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19"/>
          <p:cNvSpPr txBox="1">
            <a:spLocks noGrp="1"/>
          </p:cNvSpPr>
          <p:nvPr>
            <p:ph type="subTitle" idx="1"/>
          </p:nvPr>
        </p:nvSpPr>
        <p:spPr>
          <a:xfrm>
            <a:off x="7224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2"/>
          </p:nvPr>
        </p:nvSpPr>
        <p:spPr>
          <a:xfrm>
            <a:off x="3348606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3"/>
          </p:nvPr>
        </p:nvSpPr>
        <p:spPr>
          <a:xfrm>
            <a:off x="722400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4"/>
          </p:nvPr>
        </p:nvSpPr>
        <p:spPr>
          <a:xfrm>
            <a:off x="3348594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5"/>
          </p:nvPr>
        </p:nvSpPr>
        <p:spPr>
          <a:xfrm>
            <a:off x="5974800" y="2065950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6"/>
          </p:nvPr>
        </p:nvSpPr>
        <p:spPr>
          <a:xfrm>
            <a:off x="5974782" y="1812025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7"/>
          </p:nvPr>
        </p:nvSpPr>
        <p:spPr>
          <a:xfrm>
            <a:off x="722400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subTitle" idx="8"/>
          </p:nvPr>
        </p:nvSpPr>
        <p:spPr>
          <a:xfrm>
            <a:off x="3348606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subTitle" idx="9"/>
          </p:nvPr>
        </p:nvSpPr>
        <p:spPr>
          <a:xfrm>
            <a:off x="722400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subTitle" idx="13"/>
          </p:nvPr>
        </p:nvSpPr>
        <p:spPr>
          <a:xfrm>
            <a:off x="3348594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subTitle" idx="14"/>
          </p:nvPr>
        </p:nvSpPr>
        <p:spPr>
          <a:xfrm>
            <a:off x="5974799" y="3998725"/>
            <a:ext cx="2446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9"/>
          <p:cNvSpPr txBox="1">
            <a:spLocks noGrp="1"/>
          </p:cNvSpPr>
          <p:nvPr>
            <p:ph type="subTitle" idx="15"/>
          </p:nvPr>
        </p:nvSpPr>
        <p:spPr>
          <a:xfrm>
            <a:off x="5974782" y="3744800"/>
            <a:ext cx="2446800" cy="36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 b="1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22" name="Google Shape;322;p19"/>
          <p:cNvSpPr/>
          <p:nvPr/>
        </p:nvSpPr>
        <p:spPr>
          <a:xfrm rot="10800000">
            <a:off x="-1581346" y="-682891"/>
            <a:ext cx="4929893" cy="2051577"/>
          </a:xfrm>
          <a:custGeom>
            <a:avLst/>
            <a:gdLst/>
            <a:ahLst/>
            <a:cxnLst/>
            <a:rect l="l" t="t" r="r" b="b"/>
            <a:pathLst>
              <a:path w="6595175" h="2744584" extrusionOk="0">
                <a:moveTo>
                  <a:pt x="6447774" y="810022"/>
                </a:moveTo>
                <a:cubicBezTo>
                  <a:pt x="6225538" y="304296"/>
                  <a:pt x="5752650" y="-80768"/>
                  <a:pt x="5163269" y="14560"/>
                </a:cubicBezTo>
                <a:cubicBezTo>
                  <a:pt x="4790541" y="74807"/>
                  <a:pt x="4447146" y="298296"/>
                  <a:pt x="4214327" y="591782"/>
                </a:cubicBezTo>
                <a:cubicBezTo>
                  <a:pt x="4024671" y="830854"/>
                  <a:pt x="3879763" y="1127423"/>
                  <a:pt x="3607030" y="1264166"/>
                </a:cubicBezTo>
                <a:cubicBezTo>
                  <a:pt x="3412625" y="1361662"/>
                  <a:pt x="3184389" y="1359911"/>
                  <a:pt x="2967902" y="1339496"/>
                </a:cubicBezTo>
                <a:cubicBezTo>
                  <a:pt x="2598924" y="1304747"/>
                  <a:pt x="2235947" y="1222502"/>
                  <a:pt x="1867635" y="1181920"/>
                </a:cubicBezTo>
                <a:cubicBezTo>
                  <a:pt x="1499324" y="1141339"/>
                  <a:pt x="1117014" y="1144339"/>
                  <a:pt x="770202" y="1274833"/>
                </a:cubicBezTo>
                <a:cubicBezTo>
                  <a:pt x="423390" y="1405326"/>
                  <a:pt x="115825" y="1681063"/>
                  <a:pt x="22164" y="2039628"/>
                </a:cubicBezTo>
                <a:cubicBezTo>
                  <a:pt x="-21250" y="2205704"/>
                  <a:pt x="-7501" y="2405777"/>
                  <a:pt x="123158" y="2517189"/>
                </a:cubicBezTo>
                <a:cubicBezTo>
                  <a:pt x="229235" y="2607601"/>
                  <a:pt x="380642" y="2615017"/>
                  <a:pt x="519967" y="2618100"/>
                </a:cubicBezTo>
                <a:cubicBezTo>
                  <a:pt x="2448600" y="2660182"/>
                  <a:pt x="4377150" y="2702347"/>
                  <a:pt x="6305783" y="2744428"/>
                </a:cubicBezTo>
                <a:cubicBezTo>
                  <a:pt x="6333365" y="2745011"/>
                  <a:pt x="6363446" y="2744844"/>
                  <a:pt x="6385028" y="2727595"/>
                </a:cubicBezTo>
                <a:cubicBezTo>
                  <a:pt x="6404443" y="2712096"/>
                  <a:pt x="6412110" y="2686514"/>
                  <a:pt x="6418693" y="2662515"/>
                </a:cubicBezTo>
                <a:cubicBezTo>
                  <a:pt x="6552268" y="2174872"/>
                  <a:pt x="6652345" y="1662397"/>
                  <a:pt x="6558267" y="1165671"/>
                </a:cubicBezTo>
                <a:cubicBezTo>
                  <a:pt x="6535185" y="1043760"/>
                  <a:pt x="6497854" y="923850"/>
                  <a:pt x="6447857" y="81010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" name="Google Shape;323;p19"/>
          <p:cNvGrpSpPr/>
          <p:nvPr/>
        </p:nvGrpSpPr>
        <p:grpSpPr>
          <a:xfrm rot="1293401">
            <a:off x="-236033" y="4230231"/>
            <a:ext cx="761396" cy="610541"/>
            <a:chOff x="7090625" y="862823"/>
            <a:chExt cx="761440" cy="610577"/>
          </a:xfrm>
        </p:grpSpPr>
        <p:sp>
          <p:nvSpPr>
            <p:cNvPr id="324" name="Google Shape;324;p19"/>
            <p:cNvSpPr/>
            <p:nvPr/>
          </p:nvSpPr>
          <p:spPr>
            <a:xfrm>
              <a:off x="7463265" y="862823"/>
              <a:ext cx="388800" cy="3888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7090625" y="939100"/>
              <a:ext cx="534300" cy="534300"/>
            </a:xfrm>
            <a:prstGeom prst="donu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7534602" y="934149"/>
              <a:ext cx="246000" cy="246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8600950" y="2326466"/>
            <a:ext cx="128400" cy="814981"/>
            <a:chOff x="7185425" y="2022141"/>
            <a:chExt cx="128400" cy="814981"/>
          </a:xfrm>
        </p:grpSpPr>
        <p:sp>
          <p:nvSpPr>
            <p:cNvPr id="328" name="Google Shape;328;p19"/>
            <p:cNvSpPr/>
            <p:nvPr/>
          </p:nvSpPr>
          <p:spPr>
            <a:xfrm>
              <a:off x="7185425" y="2022141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7185425" y="2193786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185425" y="236543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1" name="Google Shape;331;p19"/>
            <p:cNvSpPr/>
            <p:nvPr/>
          </p:nvSpPr>
          <p:spPr>
            <a:xfrm>
              <a:off x="7185425" y="2537077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32" name="Google Shape;332;p19"/>
            <p:cNvSpPr/>
            <p:nvPr/>
          </p:nvSpPr>
          <p:spPr>
            <a:xfrm>
              <a:off x="7185425" y="2708722"/>
              <a:ext cx="128400" cy="128400"/>
            </a:xfrm>
            <a:prstGeom prst="mathPlus">
              <a:avLst>
                <a:gd name="adj1" fmla="val 0"/>
              </a:avLst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sp>
        <p:nvSpPr>
          <p:cNvPr id="333" name="Google Shape;333;p19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5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36" name="Google Shape;336;p20"/>
          <p:cNvSpPr txBox="1">
            <a:spLocks noGrp="1"/>
          </p:cNvSpPr>
          <p:nvPr>
            <p:ph type="subTitle" idx="1"/>
          </p:nvPr>
        </p:nvSpPr>
        <p:spPr>
          <a:xfrm>
            <a:off x="2574038" y="182438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7" name="Google Shape;337;p20"/>
          <p:cNvSpPr txBox="1">
            <a:spLocks noGrp="1"/>
          </p:cNvSpPr>
          <p:nvPr>
            <p:ph type="title" hasCustomPrompt="1"/>
          </p:nvPr>
        </p:nvSpPr>
        <p:spPr>
          <a:xfrm>
            <a:off x="2574263" y="1135550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38" name="Google Shape;338;p20"/>
          <p:cNvSpPr txBox="1">
            <a:spLocks noGrp="1"/>
          </p:cNvSpPr>
          <p:nvPr>
            <p:ph type="subTitle" idx="2"/>
          </p:nvPr>
        </p:nvSpPr>
        <p:spPr>
          <a:xfrm>
            <a:off x="2574038" y="3648234"/>
            <a:ext cx="3995700" cy="3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20"/>
          <p:cNvSpPr txBox="1">
            <a:spLocks noGrp="1"/>
          </p:cNvSpPr>
          <p:nvPr>
            <p:ph type="title" idx="3" hasCustomPrompt="1"/>
          </p:nvPr>
        </p:nvSpPr>
        <p:spPr>
          <a:xfrm>
            <a:off x="2574263" y="2959475"/>
            <a:ext cx="3995700" cy="73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40" name="Google Shape;340;p20"/>
          <p:cNvGrpSpPr/>
          <p:nvPr/>
        </p:nvGrpSpPr>
        <p:grpSpPr>
          <a:xfrm>
            <a:off x="-2088336" y="-741482"/>
            <a:ext cx="12520068" cy="7080173"/>
            <a:chOff x="-2088336" y="-741482"/>
            <a:chExt cx="12520068" cy="7080173"/>
          </a:xfrm>
        </p:grpSpPr>
        <p:sp>
          <p:nvSpPr>
            <p:cNvPr id="341" name="Google Shape;341;p20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0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" name="Google Shape;343;p20"/>
          <p:cNvGrpSpPr/>
          <p:nvPr/>
        </p:nvGrpSpPr>
        <p:grpSpPr>
          <a:xfrm>
            <a:off x="347734" y="387819"/>
            <a:ext cx="8319357" cy="3309047"/>
            <a:chOff x="347734" y="387819"/>
            <a:chExt cx="8319357" cy="3309047"/>
          </a:xfrm>
        </p:grpSpPr>
        <p:grpSp>
          <p:nvGrpSpPr>
            <p:cNvPr id="344" name="Google Shape;344;p20"/>
            <p:cNvGrpSpPr/>
            <p:nvPr/>
          </p:nvGrpSpPr>
          <p:grpSpPr>
            <a:xfrm>
              <a:off x="8538716" y="3093103"/>
              <a:ext cx="128375" cy="603763"/>
              <a:chOff x="2766991" y="3156303"/>
              <a:chExt cx="128375" cy="603763"/>
            </a:xfrm>
          </p:grpSpPr>
          <p:sp>
            <p:nvSpPr>
              <p:cNvPr id="345" name="Google Shape;345;p20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0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0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0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0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20"/>
            <p:cNvGrpSpPr/>
            <p:nvPr/>
          </p:nvGrpSpPr>
          <p:grpSpPr>
            <a:xfrm rot="5400000">
              <a:off x="691025" y="44528"/>
              <a:ext cx="128400" cy="814981"/>
              <a:chOff x="7185425" y="2022141"/>
              <a:chExt cx="128400" cy="814981"/>
            </a:xfrm>
          </p:grpSpPr>
          <p:sp>
            <p:nvSpPr>
              <p:cNvPr id="351" name="Google Shape;351;p20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2" name="Google Shape;352;p20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3" name="Google Shape;353;p20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4" name="Google Shape;354;p20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55" name="Google Shape;355;p20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356" name="Google Shape;356;p20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2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59" name="Google Shape;359;p21"/>
          <p:cNvSpPr txBox="1">
            <a:spLocks noGrp="1"/>
          </p:cNvSpPr>
          <p:nvPr>
            <p:ph type="ctrTitle"/>
          </p:nvPr>
        </p:nvSpPr>
        <p:spPr>
          <a:xfrm>
            <a:off x="2849550" y="863950"/>
            <a:ext cx="3444900" cy="85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60" name="Google Shape;360;p21"/>
          <p:cNvSpPr txBox="1">
            <a:spLocks noGrp="1"/>
          </p:cNvSpPr>
          <p:nvPr>
            <p:ph type="subTitle" idx="1"/>
          </p:nvPr>
        </p:nvSpPr>
        <p:spPr>
          <a:xfrm>
            <a:off x="2849550" y="1558625"/>
            <a:ext cx="34449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1" name="Google Shape;361;p21"/>
          <p:cNvGrpSpPr/>
          <p:nvPr/>
        </p:nvGrpSpPr>
        <p:grpSpPr>
          <a:xfrm>
            <a:off x="-809936" y="-605532"/>
            <a:ext cx="11328762" cy="6837682"/>
            <a:chOff x="-809936" y="-605532"/>
            <a:chExt cx="11328762" cy="6837682"/>
          </a:xfrm>
        </p:grpSpPr>
        <p:sp>
          <p:nvSpPr>
            <p:cNvPr id="362" name="Google Shape;362;p21"/>
            <p:cNvSpPr/>
            <p:nvPr/>
          </p:nvSpPr>
          <p:spPr>
            <a:xfrm>
              <a:off x="4368825" y="3672825"/>
              <a:ext cx="6150001" cy="2559325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-809936" y="-60553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4" name="Google Shape;364;p21"/>
          <p:cNvGrpSpPr/>
          <p:nvPr/>
        </p:nvGrpSpPr>
        <p:grpSpPr>
          <a:xfrm rot="990298">
            <a:off x="5104916" y="178236"/>
            <a:ext cx="649053" cy="499678"/>
            <a:chOff x="2601900" y="1240650"/>
            <a:chExt cx="649050" cy="499675"/>
          </a:xfrm>
        </p:grpSpPr>
        <p:sp>
          <p:nvSpPr>
            <p:cNvPr id="365" name="Google Shape;365;p21"/>
            <p:cNvSpPr/>
            <p:nvPr/>
          </p:nvSpPr>
          <p:spPr>
            <a:xfrm>
              <a:off x="2601900" y="1240650"/>
              <a:ext cx="336000" cy="33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2794350" y="1283725"/>
              <a:ext cx="456600" cy="456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Jost"/>
                <a:ea typeface="Jost"/>
                <a:cs typeface="Jost"/>
                <a:sym typeface="Jost"/>
              </a:endParaRPr>
            </a:p>
          </p:txBody>
        </p:sp>
      </p:grpSp>
      <p:grpSp>
        <p:nvGrpSpPr>
          <p:cNvPr id="367" name="Google Shape;367;p21"/>
          <p:cNvGrpSpPr/>
          <p:nvPr/>
        </p:nvGrpSpPr>
        <p:grpSpPr>
          <a:xfrm>
            <a:off x="658191" y="1424116"/>
            <a:ext cx="7827634" cy="1157300"/>
            <a:chOff x="658191" y="1424116"/>
            <a:chExt cx="7827634" cy="1157300"/>
          </a:xfrm>
        </p:grpSpPr>
        <p:grpSp>
          <p:nvGrpSpPr>
            <p:cNvPr id="368" name="Google Shape;368;p21"/>
            <p:cNvGrpSpPr/>
            <p:nvPr/>
          </p:nvGrpSpPr>
          <p:grpSpPr>
            <a:xfrm>
              <a:off x="8357425" y="1424116"/>
              <a:ext cx="128400" cy="814981"/>
              <a:chOff x="7185425" y="2022141"/>
              <a:chExt cx="128400" cy="814981"/>
            </a:xfrm>
          </p:grpSpPr>
          <p:sp>
            <p:nvSpPr>
              <p:cNvPr id="369" name="Google Shape;369;p21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1" name="Google Shape;371;p21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2" name="Google Shape;372;p21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74" name="Google Shape;374;p21"/>
            <p:cNvGrpSpPr/>
            <p:nvPr/>
          </p:nvGrpSpPr>
          <p:grpSpPr>
            <a:xfrm rot="10800000">
              <a:off x="658191" y="1977653"/>
              <a:ext cx="128375" cy="603763"/>
              <a:chOff x="2766991" y="3156303"/>
              <a:chExt cx="128375" cy="603763"/>
            </a:xfrm>
          </p:grpSpPr>
          <p:sp>
            <p:nvSpPr>
              <p:cNvPr id="375" name="Google Shape;375;p21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0" name="Google Shape;380;p21"/>
          <p:cNvSpPr txBox="1"/>
          <p:nvPr/>
        </p:nvSpPr>
        <p:spPr>
          <a:xfrm>
            <a:off x="3118350" y="3368021"/>
            <a:ext cx="2907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CREDITS: This presentation template was created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including icons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ko" sz="1000" b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ko" sz="10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and infographics &amp; images by </a:t>
            </a:r>
            <a:r>
              <a:rPr lang="ko" sz="1000" b="1" u="sng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u="sng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81" name="Google Shape;381;p2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_1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2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84" name="Google Shape;384;p22"/>
          <p:cNvGrpSpPr/>
          <p:nvPr/>
        </p:nvGrpSpPr>
        <p:grpSpPr>
          <a:xfrm flipH="1">
            <a:off x="-1250136" y="-741482"/>
            <a:ext cx="12520068" cy="7080173"/>
            <a:chOff x="-2088336" y="-741482"/>
            <a:chExt cx="12520068" cy="7080173"/>
          </a:xfrm>
        </p:grpSpPr>
        <p:sp>
          <p:nvSpPr>
            <p:cNvPr id="385" name="Google Shape;385;p22"/>
            <p:cNvSpPr/>
            <p:nvPr/>
          </p:nvSpPr>
          <p:spPr>
            <a:xfrm flipH="1">
              <a:off x="-2088336" y="3594107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 flipH="1">
              <a:off x="5670827" y="-741482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22"/>
          <p:cNvGrpSpPr/>
          <p:nvPr/>
        </p:nvGrpSpPr>
        <p:grpSpPr>
          <a:xfrm>
            <a:off x="412841" y="626741"/>
            <a:ext cx="8327109" cy="3637050"/>
            <a:chOff x="412841" y="626741"/>
            <a:chExt cx="8327109" cy="3637050"/>
          </a:xfrm>
        </p:grpSpPr>
        <p:grpSp>
          <p:nvGrpSpPr>
            <p:cNvPr id="388" name="Google Shape;388;p22"/>
            <p:cNvGrpSpPr/>
            <p:nvPr/>
          </p:nvGrpSpPr>
          <p:grpSpPr>
            <a:xfrm>
              <a:off x="8611550" y="626741"/>
              <a:ext cx="128400" cy="814981"/>
              <a:chOff x="7185425" y="2022141"/>
              <a:chExt cx="128400" cy="814981"/>
            </a:xfrm>
          </p:grpSpPr>
          <p:sp>
            <p:nvSpPr>
              <p:cNvPr id="389" name="Google Shape;389;p22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0" name="Google Shape;390;p22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1" name="Google Shape;391;p22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393" name="Google Shape;393;p22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394" name="Google Shape;394;p22"/>
            <p:cNvGrpSpPr/>
            <p:nvPr/>
          </p:nvGrpSpPr>
          <p:grpSpPr>
            <a:xfrm rot="10800000">
              <a:off x="412841" y="3660028"/>
              <a:ext cx="128375" cy="603763"/>
              <a:chOff x="2766991" y="3156303"/>
              <a:chExt cx="128375" cy="603763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2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2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0" name="Google Shape;400;p22"/>
          <p:cNvGrpSpPr/>
          <p:nvPr/>
        </p:nvGrpSpPr>
        <p:grpSpPr>
          <a:xfrm>
            <a:off x="604275" y="-4"/>
            <a:ext cx="7485713" cy="4705940"/>
            <a:chOff x="604275" y="-4"/>
            <a:chExt cx="7485713" cy="4705940"/>
          </a:xfrm>
        </p:grpSpPr>
        <p:grpSp>
          <p:nvGrpSpPr>
            <p:cNvPr id="401" name="Google Shape;401;p22"/>
            <p:cNvGrpSpPr/>
            <p:nvPr/>
          </p:nvGrpSpPr>
          <p:grpSpPr>
            <a:xfrm rot="4190498">
              <a:off x="6913574" y="157307"/>
              <a:ext cx="761405" cy="610548"/>
              <a:chOff x="7090625" y="862823"/>
              <a:chExt cx="761440" cy="610577"/>
            </a:xfrm>
          </p:grpSpPr>
          <p:sp>
            <p:nvSpPr>
              <p:cNvPr id="402" name="Google Shape;402;p22"/>
              <p:cNvSpPr/>
              <p:nvPr/>
            </p:nvSpPr>
            <p:spPr>
              <a:xfrm>
                <a:off x="7463265" y="862823"/>
                <a:ext cx="388800" cy="3888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3" name="Google Shape;403;p22"/>
              <p:cNvSpPr/>
              <p:nvPr/>
            </p:nvSpPr>
            <p:spPr>
              <a:xfrm>
                <a:off x="7090625" y="939100"/>
                <a:ext cx="534300" cy="534300"/>
              </a:xfrm>
              <a:prstGeom prst="donut">
                <a:avLst>
                  <a:gd name="adj" fmla="val 25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4" name="Google Shape;404;p22"/>
              <p:cNvSpPr/>
              <p:nvPr/>
            </p:nvSpPr>
            <p:spPr>
              <a:xfrm>
                <a:off x="7534602" y="934149"/>
                <a:ext cx="246000" cy="2460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5" name="Google Shape;405;p22"/>
            <p:cNvGrpSpPr/>
            <p:nvPr/>
          </p:nvGrpSpPr>
          <p:grpSpPr>
            <a:xfrm rot="-5903704">
              <a:off x="7470913" y="4098566"/>
              <a:ext cx="649060" cy="499683"/>
              <a:chOff x="2601900" y="1240650"/>
              <a:chExt cx="649050" cy="499675"/>
            </a:xfrm>
          </p:grpSpPr>
          <p:sp>
            <p:nvSpPr>
              <p:cNvPr id="406" name="Google Shape;406;p22"/>
              <p:cNvSpPr/>
              <p:nvPr/>
            </p:nvSpPr>
            <p:spPr>
              <a:xfrm>
                <a:off x="2601900" y="1240650"/>
                <a:ext cx="336000" cy="336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07" name="Google Shape;407;p22"/>
              <p:cNvSpPr/>
              <p:nvPr/>
            </p:nvSpPr>
            <p:spPr>
              <a:xfrm>
                <a:off x="2794350" y="1283725"/>
                <a:ext cx="456600" cy="456600"/>
              </a:xfrm>
              <a:prstGeom prst="ellipse">
                <a:avLst/>
              </a:prstGeom>
              <a:noFill/>
              <a:ln w="9525" cap="flat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08" name="Google Shape;408;p22"/>
            <p:cNvGrpSpPr/>
            <p:nvPr/>
          </p:nvGrpSpPr>
          <p:grpSpPr>
            <a:xfrm rot="7203583">
              <a:off x="692028" y="529835"/>
              <a:ext cx="831801" cy="682442"/>
              <a:chOff x="2500745" y="1139495"/>
              <a:chExt cx="831805" cy="682445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2500745" y="1139495"/>
                <a:ext cx="538200" cy="538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2794350" y="1283740"/>
                <a:ext cx="538200" cy="538200"/>
              </a:xfrm>
              <a:prstGeom prst="ellipse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</p:grpSp>
      <p:sp>
        <p:nvSpPr>
          <p:cNvPr id="411" name="Google Shape;411;p22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_1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3"/>
          <p:cNvSpPr/>
          <p:nvPr/>
        </p:nvSpPr>
        <p:spPr>
          <a:xfrm>
            <a:off x="183000" y="183000"/>
            <a:ext cx="8778000" cy="47775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14" name="Google Shape;414;p23"/>
          <p:cNvGrpSpPr/>
          <p:nvPr/>
        </p:nvGrpSpPr>
        <p:grpSpPr>
          <a:xfrm>
            <a:off x="-1201716" y="-1546227"/>
            <a:ext cx="10972778" cy="9003301"/>
            <a:chOff x="-1201716" y="-1546227"/>
            <a:chExt cx="10972778" cy="9003301"/>
          </a:xfrm>
        </p:grpSpPr>
        <p:sp>
          <p:nvSpPr>
            <p:cNvPr id="415" name="Google Shape;415;p23"/>
            <p:cNvSpPr/>
            <p:nvPr/>
          </p:nvSpPr>
          <p:spPr>
            <a:xfrm rot="5400000">
              <a:off x="-3127012" y="2787195"/>
              <a:ext cx="6595175" cy="2744584"/>
            </a:xfrm>
            <a:custGeom>
              <a:avLst/>
              <a:gdLst/>
              <a:ahLst/>
              <a:cxnLst/>
              <a:rect l="l" t="t" r="r" b="b"/>
              <a:pathLst>
                <a:path w="6595175" h="2744584" extrusionOk="0">
                  <a:moveTo>
                    <a:pt x="6447774" y="810022"/>
                  </a:moveTo>
                  <a:cubicBezTo>
                    <a:pt x="6225538" y="304296"/>
                    <a:pt x="5752650" y="-80768"/>
                    <a:pt x="5163269" y="14560"/>
                  </a:cubicBezTo>
                  <a:cubicBezTo>
                    <a:pt x="4790541" y="74807"/>
                    <a:pt x="4447146" y="298296"/>
                    <a:pt x="4214327" y="591782"/>
                  </a:cubicBezTo>
                  <a:cubicBezTo>
                    <a:pt x="4024671" y="830854"/>
                    <a:pt x="3879763" y="1127423"/>
                    <a:pt x="3607030" y="1264166"/>
                  </a:cubicBezTo>
                  <a:cubicBezTo>
                    <a:pt x="3412625" y="1361662"/>
                    <a:pt x="3184389" y="1359911"/>
                    <a:pt x="2967902" y="1339496"/>
                  </a:cubicBezTo>
                  <a:cubicBezTo>
                    <a:pt x="2598924" y="1304747"/>
                    <a:pt x="2235947" y="1222502"/>
                    <a:pt x="1867635" y="1181920"/>
                  </a:cubicBezTo>
                  <a:cubicBezTo>
                    <a:pt x="1499324" y="1141339"/>
                    <a:pt x="1117014" y="1144339"/>
                    <a:pt x="770202" y="1274833"/>
                  </a:cubicBezTo>
                  <a:cubicBezTo>
                    <a:pt x="423390" y="1405326"/>
                    <a:pt x="115825" y="1681063"/>
                    <a:pt x="22164" y="2039628"/>
                  </a:cubicBezTo>
                  <a:cubicBezTo>
                    <a:pt x="-21250" y="2205704"/>
                    <a:pt x="-7501" y="2405777"/>
                    <a:pt x="123158" y="2517189"/>
                  </a:cubicBezTo>
                  <a:cubicBezTo>
                    <a:pt x="229235" y="2607601"/>
                    <a:pt x="380642" y="2615017"/>
                    <a:pt x="519967" y="2618100"/>
                  </a:cubicBezTo>
                  <a:cubicBezTo>
                    <a:pt x="2448600" y="2660182"/>
                    <a:pt x="4377150" y="2702347"/>
                    <a:pt x="6305783" y="2744428"/>
                  </a:cubicBezTo>
                  <a:cubicBezTo>
                    <a:pt x="6333365" y="2745011"/>
                    <a:pt x="6363446" y="2744844"/>
                    <a:pt x="6385028" y="2727595"/>
                  </a:cubicBezTo>
                  <a:cubicBezTo>
                    <a:pt x="6404443" y="2712096"/>
                    <a:pt x="6412110" y="2686514"/>
                    <a:pt x="6418693" y="2662515"/>
                  </a:cubicBezTo>
                  <a:cubicBezTo>
                    <a:pt x="6552268" y="2174872"/>
                    <a:pt x="6652345" y="1662397"/>
                    <a:pt x="6558267" y="1165671"/>
                  </a:cubicBezTo>
                  <a:cubicBezTo>
                    <a:pt x="6535185" y="1043760"/>
                    <a:pt x="6497854" y="923850"/>
                    <a:pt x="6447857" y="81010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23"/>
            <p:cNvSpPr/>
            <p:nvPr/>
          </p:nvSpPr>
          <p:spPr>
            <a:xfrm rot="5400000">
              <a:off x="6397977" y="-158407"/>
              <a:ext cx="4760905" cy="1985265"/>
            </a:xfrm>
            <a:custGeom>
              <a:avLst/>
              <a:gdLst/>
              <a:ahLst/>
              <a:cxnLst/>
              <a:rect l="l" t="t" r="r" b="b"/>
              <a:pathLst>
                <a:path w="4760905" h="1985265" extrusionOk="0">
                  <a:moveTo>
                    <a:pt x="121517" y="1419631"/>
                  </a:moveTo>
                  <a:cubicBezTo>
                    <a:pt x="291840" y="1781446"/>
                    <a:pt x="641236" y="2051183"/>
                    <a:pt x="1065877" y="1971104"/>
                  </a:cubicBezTo>
                  <a:cubicBezTo>
                    <a:pt x="1334443" y="1920523"/>
                    <a:pt x="1578679" y="1752364"/>
                    <a:pt x="1741669" y="1535625"/>
                  </a:cubicBezTo>
                  <a:cubicBezTo>
                    <a:pt x="1874411" y="1359134"/>
                    <a:pt x="1973738" y="1141727"/>
                    <a:pt x="2168476" y="1037649"/>
                  </a:cubicBezTo>
                  <a:cubicBezTo>
                    <a:pt x="2307301" y="963486"/>
                    <a:pt x="2472541" y="960486"/>
                    <a:pt x="2629532" y="971152"/>
                  </a:cubicBezTo>
                  <a:cubicBezTo>
                    <a:pt x="2897182" y="989318"/>
                    <a:pt x="3161333" y="1042066"/>
                    <a:pt x="3428650" y="1064565"/>
                  </a:cubicBezTo>
                  <a:cubicBezTo>
                    <a:pt x="3695967" y="1087063"/>
                    <a:pt x="3972450" y="1077731"/>
                    <a:pt x="4221018" y="976735"/>
                  </a:cubicBezTo>
                  <a:cubicBezTo>
                    <a:pt x="4469503" y="875824"/>
                    <a:pt x="4686907" y="670500"/>
                    <a:pt x="4747903" y="409346"/>
                  </a:cubicBezTo>
                  <a:cubicBezTo>
                    <a:pt x="4776151" y="288352"/>
                    <a:pt x="4762485" y="143859"/>
                    <a:pt x="4665825" y="65696"/>
                  </a:cubicBezTo>
                  <a:cubicBezTo>
                    <a:pt x="4587579" y="2199"/>
                    <a:pt x="4477836" y="-384"/>
                    <a:pt x="4377009" y="33"/>
                  </a:cubicBezTo>
                  <a:cubicBezTo>
                    <a:pt x="2980677" y="5783"/>
                    <a:pt x="1584428" y="11532"/>
                    <a:pt x="188096" y="17282"/>
                  </a:cubicBezTo>
                  <a:cubicBezTo>
                    <a:pt x="168098" y="17282"/>
                    <a:pt x="146349" y="18115"/>
                    <a:pt x="131100" y="30948"/>
                  </a:cubicBezTo>
                  <a:cubicBezTo>
                    <a:pt x="117351" y="42531"/>
                    <a:pt x="112268" y="61197"/>
                    <a:pt x="107935" y="78696"/>
                  </a:cubicBezTo>
                  <a:cubicBezTo>
                    <a:pt x="20440" y="434012"/>
                    <a:pt x="-42390" y="806744"/>
                    <a:pt x="35022" y="1164476"/>
                  </a:cubicBezTo>
                  <a:cubicBezTo>
                    <a:pt x="54021" y="1252222"/>
                    <a:pt x="83269" y="1338301"/>
                    <a:pt x="121600" y="14197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7" name="Google Shape;417;p23"/>
          <p:cNvGrpSpPr/>
          <p:nvPr/>
        </p:nvGrpSpPr>
        <p:grpSpPr>
          <a:xfrm>
            <a:off x="593975" y="1354041"/>
            <a:ext cx="7827660" cy="3378331"/>
            <a:chOff x="593975" y="1354041"/>
            <a:chExt cx="7827660" cy="3378331"/>
          </a:xfrm>
        </p:grpSpPr>
        <p:grpSp>
          <p:nvGrpSpPr>
            <p:cNvPr id="418" name="Google Shape;418;p23"/>
            <p:cNvGrpSpPr/>
            <p:nvPr/>
          </p:nvGrpSpPr>
          <p:grpSpPr>
            <a:xfrm>
              <a:off x="593975" y="1354041"/>
              <a:ext cx="128400" cy="814981"/>
              <a:chOff x="7185425" y="2022141"/>
              <a:chExt cx="128400" cy="814981"/>
            </a:xfrm>
          </p:grpSpPr>
          <p:sp>
            <p:nvSpPr>
              <p:cNvPr id="419" name="Google Shape;419;p23"/>
              <p:cNvSpPr/>
              <p:nvPr/>
            </p:nvSpPr>
            <p:spPr>
              <a:xfrm>
                <a:off x="7185425" y="2022141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0" name="Google Shape;420;p23"/>
              <p:cNvSpPr/>
              <p:nvPr/>
            </p:nvSpPr>
            <p:spPr>
              <a:xfrm>
                <a:off x="7185425" y="2193786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1" name="Google Shape;421;p23"/>
              <p:cNvSpPr/>
              <p:nvPr/>
            </p:nvSpPr>
            <p:spPr>
              <a:xfrm>
                <a:off x="7185425" y="236543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2" name="Google Shape;422;p23"/>
              <p:cNvSpPr/>
              <p:nvPr/>
            </p:nvSpPr>
            <p:spPr>
              <a:xfrm>
                <a:off x="7185425" y="2537077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  <p:sp>
            <p:nvSpPr>
              <p:cNvPr id="423" name="Google Shape;423;p23"/>
              <p:cNvSpPr/>
              <p:nvPr/>
            </p:nvSpPr>
            <p:spPr>
              <a:xfrm>
                <a:off x="7185425" y="2708722"/>
                <a:ext cx="128400" cy="128400"/>
              </a:xfrm>
              <a:prstGeom prst="mathPlus">
                <a:avLst>
                  <a:gd name="adj1" fmla="val 0"/>
                </a:avLst>
              </a:prstGeom>
              <a:noFill/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Jost"/>
                  <a:ea typeface="Jost"/>
                  <a:cs typeface="Jost"/>
                  <a:sym typeface="Jost"/>
                </a:endParaRPr>
              </a:p>
            </p:txBody>
          </p:sp>
        </p:grpSp>
        <p:grpSp>
          <p:nvGrpSpPr>
            <p:cNvPr id="424" name="Google Shape;424;p23"/>
            <p:cNvGrpSpPr/>
            <p:nvPr/>
          </p:nvGrpSpPr>
          <p:grpSpPr>
            <a:xfrm rot="5400000">
              <a:off x="8055566" y="4366303"/>
              <a:ext cx="128375" cy="603763"/>
              <a:chOff x="2766991" y="3156303"/>
              <a:chExt cx="128375" cy="603763"/>
            </a:xfrm>
          </p:grpSpPr>
          <p:sp>
            <p:nvSpPr>
              <p:cNvPr id="425" name="Google Shape;425;p23"/>
              <p:cNvSpPr/>
              <p:nvPr/>
            </p:nvSpPr>
            <p:spPr>
              <a:xfrm>
                <a:off x="2766991" y="3646445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3"/>
              <p:cNvSpPr/>
              <p:nvPr/>
            </p:nvSpPr>
            <p:spPr>
              <a:xfrm>
                <a:off x="2766991" y="3523868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3"/>
              <p:cNvSpPr/>
              <p:nvPr/>
            </p:nvSpPr>
            <p:spPr>
              <a:xfrm>
                <a:off x="2766991" y="3401374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3"/>
              <p:cNvSpPr/>
              <p:nvPr/>
            </p:nvSpPr>
            <p:spPr>
              <a:xfrm>
                <a:off x="2766991" y="3278797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1"/>
                      <a:pt x="56373" y="109122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7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2"/>
                    </a:lnTo>
                    <a:cubicBezTo>
                      <a:pt x="70456" y="111871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9" name="Google Shape;429;p23"/>
              <p:cNvSpPr/>
              <p:nvPr/>
            </p:nvSpPr>
            <p:spPr>
              <a:xfrm>
                <a:off x="2766991" y="3156303"/>
                <a:ext cx="128375" cy="113621"/>
              </a:xfrm>
              <a:custGeom>
                <a:avLst/>
                <a:gdLst/>
                <a:ahLst/>
                <a:cxnLst/>
                <a:rect l="l" t="t" r="r" b="b"/>
                <a:pathLst>
                  <a:path w="128375" h="113621" extrusionOk="0">
                    <a:moveTo>
                      <a:pt x="64206" y="113621"/>
                    </a:moveTo>
                    <a:cubicBezTo>
                      <a:pt x="60956" y="113621"/>
                      <a:pt x="58040" y="111872"/>
                      <a:pt x="56373" y="109121"/>
                    </a:cubicBezTo>
                    <a:lnTo>
                      <a:pt x="1210" y="13543"/>
                    </a:lnTo>
                    <a:cubicBezTo>
                      <a:pt x="-1290" y="9210"/>
                      <a:pt x="210" y="3710"/>
                      <a:pt x="4543" y="1210"/>
                    </a:cubicBezTo>
                    <a:cubicBezTo>
                      <a:pt x="8876" y="-1290"/>
                      <a:pt x="14376" y="210"/>
                      <a:pt x="16876" y="4543"/>
                    </a:cubicBezTo>
                    <a:lnTo>
                      <a:pt x="64206" y="86623"/>
                    </a:lnTo>
                    <a:lnTo>
                      <a:pt x="111537" y="4543"/>
                    </a:lnTo>
                    <a:cubicBezTo>
                      <a:pt x="114037" y="210"/>
                      <a:pt x="119536" y="-1206"/>
                      <a:pt x="123869" y="1210"/>
                    </a:cubicBezTo>
                    <a:cubicBezTo>
                      <a:pt x="128202" y="3710"/>
                      <a:pt x="129619" y="9210"/>
                      <a:pt x="127202" y="13543"/>
                    </a:cubicBezTo>
                    <a:lnTo>
                      <a:pt x="72039" y="109121"/>
                    </a:lnTo>
                    <a:cubicBezTo>
                      <a:pt x="70456" y="111872"/>
                      <a:pt x="67456" y="113621"/>
                      <a:pt x="64206" y="1136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0" name="Google Shape;430;p23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5" y="539500"/>
            <a:ext cx="7699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alanquin Dark"/>
              <a:buNone/>
              <a:defRPr sz="2800" b="1">
                <a:solidFill>
                  <a:schemeClr val="dk1"/>
                </a:solidFill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2375" y="1187600"/>
            <a:ext cx="76992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●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○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Jost"/>
              <a:buChar char="■"/>
              <a:defRPr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21584" y="46040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4"/>
          <p:cNvSpPr txBox="1">
            <a:spLocks noGrp="1"/>
          </p:cNvSpPr>
          <p:nvPr>
            <p:ph type="title"/>
          </p:nvPr>
        </p:nvSpPr>
        <p:spPr>
          <a:xfrm>
            <a:off x="722388" y="3626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ko"/>
              <a:t>하얀칸(백준)</a:t>
            </a:r>
            <a:endParaRPr/>
          </a:p>
        </p:txBody>
      </p:sp>
      <p:pic>
        <p:nvPicPr>
          <p:cNvPr id="436" name="Google Shape;43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3019" y="935300"/>
            <a:ext cx="4257937" cy="37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5"/>
          <p:cNvSpPr txBox="1">
            <a:spLocks noGrp="1"/>
          </p:cNvSpPr>
          <p:nvPr>
            <p:ph type="title"/>
          </p:nvPr>
        </p:nvSpPr>
        <p:spPr>
          <a:xfrm>
            <a:off x="722400" y="389825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2. ACM호텔(백준)</a:t>
            </a:r>
            <a:endParaRPr/>
          </a:p>
        </p:txBody>
      </p:sp>
      <p:pic>
        <p:nvPicPr>
          <p:cNvPr id="442" name="Google Shape;4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581" y="962525"/>
            <a:ext cx="5326838" cy="37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6"/>
          <p:cNvSpPr txBox="1">
            <a:spLocks noGrp="1"/>
          </p:cNvSpPr>
          <p:nvPr>
            <p:ph type="title"/>
          </p:nvPr>
        </p:nvSpPr>
        <p:spPr>
          <a:xfrm>
            <a:off x="722400" y="376225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3. 오셀로 재배치(백준)</a:t>
            </a:r>
            <a:endParaRPr/>
          </a:p>
        </p:txBody>
      </p:sp>
      <p:pic>
        <p:nvPicPr>
          <p:cNvPr id="448" name="Google Shape;44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7549" y="948925"/>
            <a:ext cx="3336024" cy="39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7600" y="2482350"/>
            <a:ext cx="5408073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"/>
          <p:cNvSpPr txBox="1">
            <a:spLocks noGrp="1"/>
          </p:cNvSpPr>
          <p:nvPr>
            <p:ph type="title"/>
          </p:nvPr>
        </p:nvSpPr>
        <p:spPr>
          <a:xfrm>
            <a:off x="722400" y="335375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4. 문자열 폭발(TUKorea)</a:t>
            </a:r>
            <a:endParaRPr/>
          </a:p>
        </p:txBody>
      </p:sp>
      <p:pic>
        <p:nvPicPr>
          <p:cNvPr id="455" name="Google Shape;455;p27"/>
          <p:cNvPicPr preferRelativeResize="0"/>
          <p:nvPr/>
        </p:nvPicPr>
        <p:blipFill rotWithShape="1">
          <a:blip r:embed="rId3">
            <a:alphaModFix/>
          </a:blip>
          <a:srcRect r="68798"/>
          <a:stretch/>
        </p:blipFill>
        <p:spPr>
          <a:xfrm>
            <a:off x="325300" y="949563"/>
            <a:ext cx="3248727" cy="353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0875" y="1641225"/>
            <a:ext cx="5126001" cy="215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/>
          <p:cNvSpPr txBox="1">
            <a:spLocks noGrp="1"/>
          </p:cNvSpPr>
          <p:nvPr>
            <p:ph type="title"/>
          </p:nvPr>
        </p:nvSpPr>
        <p:spPr>
          <a:xfrm>
            <a:off x="722400" y="349000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5. 십자말 풀이(TUKorea)</a:t>
            </a:r>
            <a:endParaRPr/>
          </a:p>
        </p:txBody>
      </p:sp>
      <p:pic>
        <p:nvPicPr>
          <p:cNvPr id="462" name="Google Shape;4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800" y="923988"/>
            <a:ext cx="2466682" cy="3916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1875" y="1895200"/>
            <a:ext cx="5577851" cy="197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 txBox="1">
            <a:spLocks noGrp="1"/>
          </p:cNvSpPr>
          <p:nvPr>
            <p:ph type="title"/>
          </p:nvPr>
        </p:nvSpPr>
        <p:spPr>
          <a:xfrm>
            <a:off x="722400" y="321775"/>
            <a:ext cx="769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6. 다트게임(Programmers)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nic by Slidesgo">
  <a:themeElements>
    <a:clrScheme name="Simple Light">
      <a:dk1>
        <a:srgbClr val="223B6E"/>
      </a:dk1>
      <a:lt1>
        <a:srgbClr val="52555C"/>
      </a:lt1>
      <a:dk2>
        <a:srgbClr val="EFF0F4"/>
      </a:dk2>
      <a:lt2>
        <a:srgbClr val="D3D6DB"/>
      </a:lt2>
      <a:accent1>
        <a:srgbClr val="425F9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595C6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</Words>
  <Application>Microsoft Office PowerPoint</Application>
  <PresentationFormat>화면 슬라이드 쇼(16:9)</PresentationFormat>
  <Paragraphs>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Arial</vt:lpstr>
      <vt:lpstr>Calibri</vt:lpstr>
      <vt:lpstr>Jost</vt:lpstr>
      <vt:lpstr>Palanquin Dark</vt:lpstr>
      <vt:lpstr>Linic by Slidesgo</vt:lpstr>
      <vt:lpstr>하얀칸(백준)</vt:lpstr>
      <vt:lpstr>2. ACM호텔(백준)</vt:lpstr>
      <vt:lpstr>3. 오셀로 재배치(백준)</vt:lpstr>
      <vt:lpstr>4. 문자열 폭발(TUKorea)</vt:lpstr>
      <vt:lpstr>5. 십자말 풀이(TUKorea)</vt:lpstr>
      <vt:lpstr>6. 다트게임(Programmers)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채은 임</cp:lastModifiedBy>
  <cp:revision>1</cp:revision>
  <dcterms:modified xsi:type="dcterms:W3CDTF">2026-03-12T03:02:48Z</dcterms:modified>
</cp:coreProperties>
</file>