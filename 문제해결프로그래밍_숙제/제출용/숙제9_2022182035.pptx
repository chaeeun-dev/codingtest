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Jost" panose="020B0600000101010101" charset="0"/>
      <p:regular r:id="rId8"/>
      <p:bold r:id="rId9"/>
      <p:italic r:id="rId10"/>
      <p:boldItalic r:id="rId11"/>
    </p:embeddedFont>
    <p:embeddedFont>
      <p:font typeface="Palanquin Dark" panose="020B0600000101010101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4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FF7CF57-417E-C190-770A-E4D2324D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6431180-27FA-3379-1EA6-A8CFF63EB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057E9923-B5E0-2003-5030-63691E65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5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8DFA06E-EF03-80A0-A034-96FC6814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8AD6E36-DC80-E350-0FB6-973942129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AC4A1D7-AA6E-E1EE-E13E-64A90C2E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1FF7C4B-D071-EAFF-B907-0A423631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DEAF390-C4B8-2D77-E118-7C48F84D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7C8E5A02-CFEA-3D04-6D63-CB05B6AE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5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D5898D4-3A31-EF8B-6BCD-5C54FDE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D13D2A92-1259-77F1-CEBC-FDCF483B8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E55E975-2CCA-C3C6-2275-8BD1B747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62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>
              <a:buAutoNum type="arabicPeriod"/>
            </a:pPr>
            <a:r>
              <a:rPr lang="ko-KR" altLang="en-US" dirty="0"/>
              <a:t>두 수의 합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투포인터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46A35A-255E-14D9-DA52-7DDF717D0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62" y="1337352"/>
            <a:ext cx="2581714" cy="32644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ABA7E04-F2C3-E6B4-6CCA-6280E924B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202" y="2338535"/>
            <a:ext cx="5660136" cy="7956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084E073-4A37-035C-EF5B-0274942C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9008A0F-5BCE-AA40-3DBF-60B0410A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2. </a:t>
            </a:r>
            <a:r>
              <a:rPr lang="ko-KR" altLang="en-US" sz="4000" dirty="0" err="1"/>
              <a:t>소수회문</a:t>
            </a:r>
            <a:r>
              <a:rPr lang="ko-KR" altLang="en-US" sz="4000" dirty="0"/>
              <a:t> </a:t>
            </a:r>
            <a:r>
              <a:rPr lang="en-US" altLang="ko-KR" sz="4000" dirty="0"/>
              <a:t>(</a:t>
            </a:r>
            <a:r>
              <a:rPr lang="en-US" altLang="ko-KR" sz="4000" dirty="0" err="1"/>
              <a:t>TUKorea</a:t>
            </a:r>
            <a:r>
              <a:rPr lang="en-US" altLang="ko-KR" sz="4000" dirty="0"/>
              <a:t>, </a:t>
            </a:r>
            <a:r>
              <a:rPr lang="ko-KR" altLang="en-US" sz="4000" dirty="0"/>
              <a:t>소수</a:t>
            </a:r>
            <a:r>
              <a:rPr lang="en-US" altLang="ko-KR" sz="4000" dirty="0"/>
              <a:t>, </a:t>
            </a:r>
            <a:r>
              <a:rPr lang="ko-KR" altLang="en-US" sz="4000" dirty="0"/>
              <a:t>구현</a:t>
            </a:r>
            <a:r>
              <a:rPr lang="en-US" altLang="ko-KR" sz="4000" dirty="0"/>
              <a:t>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3FD8DC-ACB5-2028-AD40-88B919EEB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24" y="1196095"/>
            <a:ext cx="6510528" cy="33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02637C-7F83-8534-8211-962805A5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6A8F212-F185-5218-75A2-2DD0A55D1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3.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1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C7F494-098E-1558-E84B-CAADA261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A231992-A6DB-5EBB-7D93-54B740D08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4. </a:t>
            </a:r>
            <a:r>
              <a:rPr lang="ko-KR" altLang="en-US" dirty="0"/>
              <a:t>목재 총량</a:t>
            </a:r>
            <a:r>
              <a:rPr 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누적합</a:t>
            </a:r>
            <a:r>
              <a:rPr lang="en-US" altLang="ko-KR" dirty="0"/>
              <a:t>, DP)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77CCC9-2ABA-8AF2-A856-6201C3139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693" y="1710602"/>
            <a:ext cx="5349276" cy="17222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18A6F8-667A-E341-3DCB-E9707C084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31" y="997911"/>
            <a:ext cx="2295009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F0FF91C-74BD-30E9-A268-77F643BA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FA198B6E-90C0-60F5-97EB-D27B88159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5.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275800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39</Words>
  <Application>Microsoft Office PowerPoint</Application>
  <PresentationFormat>화면 슬라이드 쇼(16:9)</PresentationFormat>
  <Paragraphs>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Jost</vt:lpstr>
      <vt:lpstr>Calibri</vt:lpstr>
      <vt:lpstr>Arial</vt:lpstr>
      <vt:lpstr>Palanquin Dark</vt:lpstr>
      <vt:lpstr>Linic by Slidesgo</vt:lpstr>
      <vt:lpstr>두 수의 합 (TUKorea, 백준, 투포인터, 정렬)</vt:lpstr>
      <vt:lpstr>2. 소수회문 (TUKorea, 소수, 구현)</vt:lpstr>
      <vt:lpstr>3. </vt:lpstr>
      <vt:lpstr>4. 목재 총량 (TUKorea, 백준, 누적합, DP)</vt:lpstr>
      <vt:lpstr>5.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22</cp:revision>
  <dcterms:modified xsi:type="dcterms:W3CDTF">2026-06-08T03:58:26Z</dcterms:modified>
</cp:coreProperties>
</file>