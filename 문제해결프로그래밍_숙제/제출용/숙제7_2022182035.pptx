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Jost" panose="020B0600000101010101" charset="0"/>
      <p:regular r:id="rId10"/>
      <p:bold r:id="rId11"/>
      <p:italic r:id="rId12"/>
      <p:boldItalic r:id="rId13"/>
    </p:embeddedFont>
    <p:embeddedFont>
      <p:font typeface="Palanquin Dark" panose="020B0600000101010101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-1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3FF7CF57-417E-C190-770A-E4D2324D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6431180-27FA-3379-1EA6-A8CFF63EB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057E9923-B5E0-2003-5030-63691E654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353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8DFA06E-EF03-80A0-A034-96FC6814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38AD6E36-DC80-E350-0FB6-973942129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4AC4A1D7-AA6E-E1EE-E13E-64A90C2EE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64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71FF7C4B-D071-EAFF-B907-0A423631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DEAF390-C4B8-2D77-E118-7C48F84D1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7C8E5A02-CFEA-3D04-6D63-CB05B6AE9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854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8D5898D4-3A31-EF8B-6BCD-5C54FDE9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D13D2A92-1259-77F1-CEBC-FDCF483B8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E55E975-2CCA-C3C6-2275-8BD1B747D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162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A651A226-C7E1-9E92-77E2-57EB51B5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6B49EDD2-FA63-262B-3BC4-F21A26EED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0ACBD59-3151-20CC-5F31-CF20ACD3A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914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E35CB906-B1C7-1EBE-8058-7B9F2856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74C03AAF-F486-7973-7E95-5875AA5881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2CF0D1AA-9EAF-88F1-05B6-E556B486D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769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2" name="Google Shape;12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6" name="Google Shape;36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1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flipH="1">
            <a:off x="6098714" y="-689007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4"/>
          <p:cNvGrpSpPr/>
          <p:nvPr/>
        </p:nvGrpSpPr>
        <p:grpSpPr>
          <a:xfrm rot="6380618">
            <a:off x="253216" y="4822852"/>
            <a:ext cx="831813" cy="682451"/>
            <a:chOff x="2500745" y="1139495"/>
            <a:chExt cx="831805" cy="682445"/>
          </a:xfrm>
        </p:grpSpPr>
        <p:sp>
          <p:nvSpPr>
            <p:cNvPr id="58" name="Google Shape;58;p4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722425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807277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-123011" y="-343647"/>
            <a:ext cx="8937224" cy="5968174"/>
            <a:chOff x="-123011" y="-343647"/>
            <a:chExt cx="8937224" cy="5968174"/>
          </a:xfrm>
        </p:grpSpPr>
        <p:grpSp>
          <p:nvGrpSpPr>
            <p:cNvPr id="67" name="Google Shape;67;p5"/>
            <p:cNvGrpSpPr/>
            <p:nvPr/>
          </p:nvGrpSpPr>
          <p:grpSpPr>
            <a:xfrm rot="-5903704">
              <a:off x="8195138" y="-235959"/>
              <a:ext cx="649060" cy="499683"/>
              <a:chOff x="2601900" y="1240650"/>
              <a:chExt cx="649050" cy="4996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 rot="2976451">
              <a:off x="-9520" y="4745451"/>
              <a:ext cx="831779" cy="682424"/>
              <a:chOff x="2500745" y="1139495"/>
              <a:chExt cx="831805" cy="68244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73" name="Google Shape;73;p5"/>
          <p:cNvGrpSpPr/>
          <p:nvPr/>
        </p:nvGrpSpPr>
        <p:grpSpPr>
          <a:xfrm rot="5400000">
            <a:off x="6026466" y="4484516"/>
            <a:ext cx="128375" cy="603763"/>
            <a:chOff x="2766991" y="3156303"/>
            <a:chExt cx="128375" cy="603763"/>
          </a:xfrm>
        </p:grpSpPr>
        <p:sp>
          <p:nvSpPr>
            <p:cNvPr id="74" name="Google Shape;74;p5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-598216" y="-1546227"/>
            <a:ext cx="10826478" cy="9134726"/>
            <a:chOff x="-598216" y="-1546227"/>
            <a:chExt cx="10826478" cy="9134726"/>
          </a:xfrm>
        </p:grpSpPr>
        <p:sp>
          <p:nvSpPr>
            <p:cNvPr id="80" name="Google Shape;80;p5"/>
            <p:cNvSpPr/>
            <p:nvPr/>
          </p:nvSpPr>
          <p:spPr>
            <a:xfrm rot="-5400000" flipH="1">
              <a:off x="5558382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5400000" flipH="1">
              <a:off x="-1986036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7" name="Google Shape;87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798875" y="539500"/>
            <a:ext cx="3622500" cy="9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798875" y="1961975"/>
            <a:ext cx="3622500" cy="2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722375" y="894750"/>
            <a:ext cx="3354000" cy="3354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8520316" y="1791428"/>
            <a:ext cx="128375" cy="603763"/>
            <a:chOff x="2766991" y="3156303"/>
            <a:chExt cx="128375" cy="603763"/>
          </a:xfrm>
        </p:grpSpPr>
        <p:sp>
          <p:nvSpPr>
            <p:cNvPr id="98" name="Google Shape;98;p7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 rot="-7714864">
            <a:off x="8606949" y="286918"/>
            <a:ext cx="761414" cy="610556"/>
            <a:chOff x="7090625" y="862823"/>
            <a:chExt cx="761440" cy="610577"/>
          </a:xfrm>
        </p:grpSpPr>
        <p:sp>
          <p:nvSpPr>
            <p:cNvPr id="104" name="Google Shape;104;p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07" name="Google Shape;107;p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257200" y="1627075"/>
            <a:ext cx="4629600" cy="18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-1131616" y="-1546227"/>
            <a:ext cx="10826478" cy="9134726"/>
            <a:chOff x="-1131616" y="-1546227"/>
            <a:chExt cx="10826478" cy="9134726"/>
          </a:xfrm>
        </p:grpSpPr>
        <p:sp>
          <p:nvSpPr>
            <p:cNvPr id="112" name="Google Shape;112;p8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58191" y="862816"/>
            <a:ext cx="7827634" cy="2648275"/>
            <a:chOff x="658191" y="862816"/>
            <a:chExt cx="7827634" cy="2648275"/>
          </a:xfrm>
        </p:grpSpPr>
        <p:grpSp>
          <p:nvGrpSpPr>
            <p:cNvPr id="115" name="Google Shape;115;p8"/>
            <p:cNvGrpSpPr/>
            <p:nvPr/>
          </p:nvGrpSpPr>
          <p:grpSpPr>
            <a:xfrm rot="10800000">
              <a:off x="658191" y="2907328"/>
              <a:ext cx="128375" cy="603763"/>
              <a:chOff x="2766991" y="3156303"/>
              <a:chExt cx="128375" cy="603763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8357425" y="862816"/>
              <a:ext cx="128400" cy="814981"/>
              <a:chOff x="7185425" y="2022141"/>
              <a:chExt cx="128400" cy="814981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27" name="Google Shape;127;p8"/>
          <p:cNvGrpSpPr/>
          <p:nvPr/>
        </p:nvGrpSpPr>
        <p:grpSpPr>
          <a:xfrm rot="2700000">
            <a:off x="2671018" y="156297"/>
            <a:ext cx="649044" cy="499670"/>
            <a:chOff x="2601900" y="1240650"/>
            <a:chExt cx="649050" cy="499675"/>
          </a:xfrm>
        </p:grpSpPr>
        <p:sp>
          <p:nvSpPr>
            <p:cNvPr id="128" name="Google Shape;128;p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36" name="Google Shape;136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9" name="Google Shape;139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722375" y="3602600"/>
            <a:ext cx="3970200" cy="100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425924" y="1833800"/>
            <a:ext cx="6292200" cy="12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subTitle" idx="1"/>
          </p:nvPr>
        </p:nvSpPr>
        <p:spPr>
          <a:xfrm>
            <a:off x="1425888" y="2835380"/>
            <a:ext cx="62922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491925" y="366422"/>
            <a:ext cx="7980548" cy="3206025"/>
            <a:chOff x="491925" y="366422"/>
            <a:chExt cx="7980548" cy="3206025"/>
          </a:xfrm>
        </p:grpSpPr>
        <p:grpSp>
          <p:nvGrpSpPr>
            <p:cNvPr id="161" name="Google Shape;161;p11"/>
            <p:cNvGrpSpPr/>
            <p:nvPr/>
          </p:nvGrpSpPr>
          <p:grpSpPr>
            <a:xfrm rot="-5400000">
              <a:off x="8106404" y="128728"/>
              <a:ext cx="128375" cy="603763"/>
              <a:chOff x="2766991" y="3156303"/>
              <a:chExt cx="128375" cy="603763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>
              <a:off x="491925" y="2757466"/>
              <a:ext cx="128400" cy="814981"/>
              <a:chOff x="7185425" y="2022141"/>
              <a:chExt cx="128400" cy="814981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73" name="Google Shape;173;p11"/>
          <p:cNvGrpSpPr/>
          <p:nvPr/>
        </p:nvGrpSpPr>
        <p:grpSpPr>
          <a:xfrm>
            <a:off x="-1488811" y="-699832"/>
            <a:ext cx="12342693" cy="6954923"/>
            <a:chOff x="-1488811" y="-699832"/>
            <a:chExt cx="12342693" cy="6954923"/>
          </a:xfrm>
        </p:grpSpPr>
        <p:sp>
          <p:nvSpPr>
            <p:cNvPr id="174" name="Google Shape;174;p11"/>
            <p:cNvSpPr/>
            <p:nvPr/>
          </p:nvSpPr>
          <p:spPr>
            <a:xfrm>
              <a:off x="4258707" y="35105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1488811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95" name="Google Shape;195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201" name="Google Shape;201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" name="Google Shape;204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207" name="Google Shape;207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208" name="Google Shape;208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446298" y="-687532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4"/>
          <p:cNvGrpSpPr/>
          <p:nvPr/>
        </p:nvGrpSpPr>
        <p:grpSpPr>
          <a:xfrm rot="10800000">
            <a:off x="8679416" y="1112203"/>
            <a:ext cx="128375" cy="603763"/>
            <a:chOff x="2766991" y="3156303"/>
            <a:chExt cx="128375" cy="603763"/>
          </a:xfrm>
        </p:grpSpPr>
        <p:sp>
          <p:nvSpPr>
            <p:cNvPr id="216" name="Google Shape;216;p14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4"/>
          <p:cNvGrpSpPr/>
          <p:nvPr/>
        </p:nvGrpSpPr>
        <p:grpSpPr>
          <a:xfrm rot="531566">
            <a:off x="75240" y="3895867"/>
            <a:ext cx="649005" cy="499640"/>
            <a:chOff x="2601900" y="1240650"/>
            <a:chExt cx="649050" cy="499675"/>
          </a:xfrm>
        </p:grpSpPr>
        <p:sp>
          <p:nvSpPr>
            <p:cNvPr id="222" name="Google Shape;222;p14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24" name="Google Shape;224;p1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1"/>
          </p:nvPr>
        </p:nvSpPr>
        <p:spPr>
          <a:xfrm>
            <a:off x="1116813" y="2377625"/>
            <a:ext cx="2689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 rot="9538391">
            <a:off x="8283652" y="1238695"/>
            <a:ext cx="831794" cy="682436"/>
            <a:chOff x="2500745" y="1139495"/>
            <a:chExt cx="831805" cy="682445"/>
          </a:xfrm>
        </p:grpSpPr>
        <p:sp>
          <p:nvSpPr>
            <p:cNvPr id="230" name="Google Shape;230;p15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658175" y="3340316"/>
            <a:ext cx="128400" cy="814981"/>
            <a:chOff x="7185425" y="2022141"/>
            <a:chExt cx="128400" cy="814981"/>
          </a:xfrm>
        </p:grpSpPr>
        <p:sp>
          <p:nvSpPr>
            <p:cNvPr id="233" name="Google Shape;233;p15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44" name="Google Shape;244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50" name="Google Shape;250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442477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2"/>
          </p:nvPr>
        </p:nvSpPr>
        <p:spPr>
          <a:xfrm>
            <a:off x="5208823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3"/>
          </p:nvPr>
        </p:nvSpPr>
        <p:spPr>
          <a:xfrm>
            <a:off x="1442477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208816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-1272121" y="-821279"/>
            <a:ext cx="11780928" cy="6659437"/>
            <a:chOff x="-1272121" y="-821279"/>
            <a:chExt cx="11780928" cy="6659437"/>
          </a:xfrm>
        </p:grpSpPr>
        <p:sp>
          <p:nvSpPr>
            <p:cNvPr id="265" name="Google Shape;265;p17"/>
            <p:cNvSpPr/>
            <p:nvPr/>
          </p:nvSpPr>
          <p:spPr>
            <a:xfrm rot="10800000">
              <a:off x="5747902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10800000">
              <a:off x="-1272121" y="-821279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355600" y="3191466"/>
            <a:ext cx="128400" cy="814981"/>
            <a:chOff x="7185425" y="2022141"/>
            <a:chExt cx="128400" cy="814981"/>
          </a:xfrm>
        </p:grpSpPr>
        <p:sp>
          <p:nvSpPr>
            <p:cNvPr id="268" name="Google Shape;268;p17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78441" y="858950"/>
            <a:ext cx="9065549" cy="1069170"/>
            <a:chOff x="78441" y="858950"/>
            <a:chExt cx="9065549" cy="1069170"/>
          </a:xfrm>
        </p:grpSpPr>
        <p:grpSp>
          <p:nvGrpSpPr>
            <p:cNvPr id="274" name="Google Shape;274;p17"/>
            <p:cNvGrpSpPr/>
            <p:nvPr/>
          </p:nvGrpSpPr>
          <p:grpSpPr>
            <a:xfrm rot="7956773">
              <a:off x="8415926" y="1270340"/>
              <a:ext cx="649010" cy="499644"/>
              <a:chOff x="2601900" y="1240650"/>
              <a:chExt cx="649050" cy="499675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77" name="Google Shape;277;p17"/>
            <p:cNvGrpSpPr/>
            <p:nvPr/>
          </p:nvGrpSpPr>
          <p:grpSpPr>
            <a:xfrm>
              <a:off x="78441" y="858950"/>
              <a:ext cx="620952" cy="613774"/>
              <a:chOff x="7090625" y="939100"/>
              <a:chExt cx="620952" cy="613774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722399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2"/>
          </p:nvPr>
        </p:nvSpPr>
        <p:spPr>
          <a:xfrm>
            <a:off x="3394055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3"/>
          </p:nvPr>
        </p:nvSpPr>
        <p:spPr>
          <a:xfrm>
            <a:off x="722399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4"/>
          </p:nvPr>
        </p:nvSpPr>
        <p:spPr>
          <a:xfrm>
            <a:off x="3394045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5"/>
          </p:nvPr>
        </p:nvSpPr>
        <p:spPr>
          <a:xfrm>
            <a:off x="6065701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6"/>
          </p:nvPr>
        </p:nvSpPr>
        <p:spPr>
          <a:xfrm>
            <a:off x="6065687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 rot="5400000">
            <a:off x="1836191" y="41028"/>
            <a:ext cx="128375" cy="603763"/>
            <a:chOff x="2766991" y="3156303"/>
            <a:chExt cx="128375" cy="603763"/>
          </a:xfrm>
        </p:grpSpPr>
        <p:sp>
          <p:nvSpPr>
            <p:cNvPr id="291" name="Google Shape;291;p1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-1801534" y="-717379"/>
            <a:ext cx="12156541" cy="6520912"/>
            <a:chOff x="-1801534" y="-717379"/>
            <a:chExt cx="12156541" cy="6520912"/>
          </a:xfrm>
        </p:grpSpPr>
        <p:sp>
          <p:nvSpPr>
            <p:cNvPr id="297" name="Google Shape;297;p18"/>
            <p:cNvSpPr/>
            <p:nvPr/>
          </p:nvSpPr>
          <p:spPr>
            <a:xfrm flipH="1">
              <a:off x="5594102" y="-717379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 flipH="1">
              <a:off x="-1801534" y="3751956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228148" y="703999"/>
            <a:ext cx="9018884" cy="4057537"/>
            <a:chOff x="228148" y="703999"/>
            <a:chExt cx="9018884" cy="4057537"/>
          </a:xfrm>
        </p:grpSpPr>
        <p:grpSp>
          <p:nvGrpSpPr>
            <p:cNvPr id="300" name="Google Shape;300;p18"/>
            <p:cNvGrpSpPr/>
            <p:nvPr/>
          </p:nvGrpSpPr>
          <p:grpSpPr>
            <a:xfrm rot="-5903704">
              <a:off x="198163" y="4154166"/>
              <a:ext cx="649060" cy="499683"/>
              <a:chOff x="2601900" y="1240650"/>
              <a:chExt cx="649050" cy="499675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03" name="Google Shape;303;p18"/>
            <p:cNvGrpSpPr/>
            <p:nvPr/>
          </p:nvGrpSpPr>
          <p:grpSpPr>
            <a:xfrm rot="7203583">
              <a:off x="8327478" y="893660"/>
              <a:ext cx="831801" cy="682442"/>
              <a:chOff x="2500745" y="1139495"/>
              <a:chExt cx="831805" cy="682445"/>
            </a:xfrm>
          </p:grpSpPr>
          <p:sp>
            <p:nvSpPr>
              <p:cNvPr id="304" name="Google Shape;304;p18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9" name="Google Shape;309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224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2"/>
          </p:nvPr>
        </p:nvSpPr>
        <p:spPr>
          <a:xfrm>
            <a:off x="3348606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3"/>
          </p:nvPr>
        </p:nvSpPr>
        <p:spPr>
          <a:xfrm>
            <a:off x="722400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4"/>
          </p:nvPr>
        </p:nvSpPr>
        <p:spPr>
          <a:xfrm>
            <a:off x="3348594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5"/>
          </p:nvPr>
        </p:nvSpPr>
        <p:spPr>
          <a:xfrm>
            <a:off x="59748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6"/>
          </p:nvPr>
        </p:nvSpPr>
        <p:spPr>
          <a:xfrm>
            <a:off x="5974782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7"/>
          </p:nvPr>
        </p:nvSpPr>
        <p:spPr>
          <a:xfrm>
            <a:off x="722400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8"/>
          </p:nvPr>
        </p:nvSpPr>
        <p:spPr>
          <a:xfrm>
            <a:off x="3348606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9"/>
          </p:nvPr>
        </p:nvSpPr>
        <p:spPr>
          <a:xfrm>
            <a:off x="722400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13"/>
          </p:nvPr>
        </p:nvSpPr>
        <p:spPr>
          <a:xfrm>
            <a:off x="3348594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14"/>
          </p:nvPr>
        </p:nvSpPr>
        <p:spPr>
          <a:xfrm>
            <a:off x="5974799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15"/>
          </p:nvPr>
        </p:nvSpPr>
        <p:spPr>
          <a:xfrm>
            <a:off x="5974782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2" name="Google Shape;322;p19"/>
          <p:cNvSpPr/>
          <p:nvPr/>
        </p:nvSpPr>
        <p:spPr>
          <a:xfrm rot="10800000">
            <a:off x="-1581346" y="-682891"/>
            <a:ext cx="4929893" cy="2051577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9"/>
          <p:cNvGrpSpPr/>
          <p:nvPr/>
        </p:nvGrpSpPr>
        <p:grpSpPr>
          <a:xfrm rot="1293401">
            <a:off x="-236033" y="4230231"/>
            <a:ext cx="761396" cy="610541"/>
            <a:chOff x="7090625" y="862823"/>
            <a:chExt cx="761440" cy="610577"/>
          </a:xfrm>
        </p:grpSpPr>
        <p:sp>
          <p:nvSpPr>
            <p:cNvPr id="324" name="Google Shape;324;p19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8600950" y="2326466"/>
            <a:ext cx="128400" cy="814981"/>
            <a:chOff x="7185425" y="2022141"/>
            <a:chExt cx="128400" cy="814981"/>
          </a:xfrm>
        </p:grpSpPr>
        <p:sp>
          <p:nvSpPr>
            <p:cNvPr id="328" name="Google Shape;328;p19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1"/>
          </p:nvPr>
        </p:nvSpPr>
        <p:spPr>
          <a:xfrm>
            <a:off x="2574038" y="182438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title" hasCustomPrompt="1"/>
          </p:nvPr>
        </p:nvSpPr>
        <p:spPr>
          <a:xfrm>
            <a:off x="2574263" y="1135550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2"/>
          </p:nvPr>
        </p:nvSpPr>
        <p:spPr>
          <a:xfrm>
            <a:off x="2574038" y="364823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0"/>
          <p:cNvSpPr txBox="1">
            <a:spLocks noGrp="1"/>
          </p:cNvSpPr>
          <p:nvPr>
            <p:ph type="title" idx="3" hasCustomPrompt="1"/>
          </p:nvPr>
        </p:nvSpPr>
        <p:spPr>
          <a:xfrm>
            <a:off x="2574263" y="2959475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-2088336" y="-741482"/>
            <a:ext cx="12520068" cy="7080173"/>
            <a:chOff x="-2088336" y="-741482"/>
            <a:chExt cx="12520068" cy="7080173"/>
          </a:xfrm>
        </p:grpSpPr>
        <p:sp>
          <p:nvSpPr>
            <p:cNvPr id="341" name="Google Shape;341;p20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347734" y="387819"/>
            <a:ext cx="8319357" cy="3309047"/>
            <a:chOff x="347734" y="387819"/>
            <a:chExt cx="8319357" cy="3309047"/>
          </a:xfrm>
        </p:grpSpPr>
        <p:grpSp>
          <p:nvGrpSpPr>
            <p:cNvPr id="344" name="Google Shape;344;p20"/>
            <p:cNvGrpSpPr/>
            <p:nvPr/>
          </p:nvGrpSpPr>
          <p:grpSpPr>
            <a:xfrm>
              <a:off x="8538716" y="3093103"/>
              <a:ext cx="128375" cy="603763"/>
              <a:chOff x="2766991" y="3156303"/>
              <a:chExt cx="128375" cy="603763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5400000">
              <a:off x="691025" y="44528"/>
              <a:ext cx="128400" cy="814981"/>
              <a:chOff x="7185425" y="2022141"/>
              <a:chExt cx="128400" cy="814981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56" name="Google Shape;356;p2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9" name="Google Shape;359;p21"/>
          <p:cNvSpPr txBox="1">
            <a:spLocks noGrp="1"/>
          </p:cNvSpPr>
          <p:nvPr>
            <p:ph type="ctrTitle"/>
          </p:nvPr>
        </p:nvSpPr>
        <p:spPr>
          <a:xfrm>
            <a:off x="2849550" y="863950"/>
            <a:ext cx="3444900" cy="8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1"/>
          </p:nvPr>
        </p:nvSpPr>
        <p:spPr>
          <a:xfrm>
            <a:off x="2849550" y="1558625"/>
            <a:ext cx="3444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-809936" y="-605532"/>
            <a:ext cx="11328762" cy="6837682"/>
            <a:chOff x="-809936" y="-605532"/>
            <a:chExt cx="11328762" cy="6837682"/>
          </a:xfrm>
        </p:grpSpPr>
        <p:sp>
          <p:nvSpPr>
            <p:cNvPr id="362" name="Google Shape;362;p21"/>
            <p:cNvSpPr/>
            <p:nvPr/>
          </p:nvSpPr>
          <p:spPr>
            <a:xfrm>
              <a:off x="4368825" y="3672825"/>
              <a:ext cx="6150001" cy="2559325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-809936" y="-6055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1"/>
          <p:cNvGrpSpPr/>
          <p:nvPr/>
        </p:nvGrpSpPr>
        <p:grpSpPr>
          <a:xfrm rot="990298">
            <a:off x="5104916" y="178236"/>
            <a:ext cx="649053" cy="499678"/>
            <a:chOff x="2601900" y="1240650"/>
            <a:chExt cx="649050" cy="499675"/>
          </a:xfrm>
        </p:grpSpPr>
        <p:sp>
          <p:nvSpPr>
            <p:cNvPr id="365" name="Google Shape;365;p2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58191" y="1424116"/>
            <a:ext cx="7827634" cy="1157300"/>
            <a:chOff x="658191" y="1424116"/>
            <a:chExt cx="7827634" cy="1157300"/>
          </a:xfrm>
        </p:grpSpPr>
        <p:grpSp>
          <p:nvGrpSpPr>
            <p:cNvPr id="368" name="Google Shape;368;p21"/>
            <p:cNvGrpSpPr/>
            <p:nvPr/>
          </p:nvGrpSpPr>
          <p:grpSpPr>
            <a:xfrm>
              <a:off x="8357425" y="1424116"/>
              <a:ext cx="128400" cy="814981"/>
              <a:chOff x="7185425" y="2022141"/>
              <a:chExt cx="128400" cy="814981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 rot="10800000">
              <a:off x="658191" y="1977653"/>
              <a:ext cx="128375" cy="603763"/>
              <a:chOff x="2766991" y="3156303"/>
              <a:chExt cx="128375" cy="603763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21"/>
          <p:cNvSpPr txBox="1"/>
          <p:nvPr/>
        </p:nvSpPr>
        <p:spPr>
          <a:xfrm>
            <a:off x="3118350" y="3368021"/>
            <a:ext cx="290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including icons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ko" sz="10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and infographics &amp; images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85" name="Google Shape;385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88" name="Google Shape;388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1" name="Google Shape;391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401" name="Google Shape;401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5" name="Google Shape;405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7" name="Google Shape;407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4" name="Google Shape;414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415" name="Google Shape;415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418" name="Google Shape;418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419" name="Google Shape;419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24" name="Google Shape;424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>
              <a:buAutoNum type="arabicPeriod"/>
            </a:pPr>
            <a:r>
              <a:rPr lang="ko-KR" altLang="en-US" dirty="0"/>
              <a:t>택배 배송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다익스트라</a:t>
            </a:r>
            <a:r>
              <a:rPr lang="en-US" altLang="ko-KR" dirty="0"/>
              <a:t>)</a:t>
            </a:r>
            <a:br>
              <a:rPr lang="en-US" altLang="ko-KR" dirty="0"/>
            </a:b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FD9973-325C-CB48-3776-3C362B7EA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8" y="1816596"/>
            <a:ext cx="4227238" cy="17700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1BD0545-60F9-113E-5286-D1E3FF22D7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333"/>
          <a:stretch>
            <a:fillRect/>
          </a:stretch>
        </p:blipFill>
        <p:spPr>
          <a:xfrm>
            <a:off x="227168" y="987124"/>
            <a:ext cx="2127297" cy="3429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176C00-4740-5C01-7F31-0E492C6FCA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508"/>
          <a:stretch>
            <a:fillRect/>
          </a:stretch>
        </p:blipFill>
        <p:spPr>
          <a:xfrm>
            <a:off x="2354465" y="1840291"/>
            <a:ext cx="2127297" cy="1722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084E073-4A37-035C-EF5B-0274942C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C9008A0F-5BCE-AA40-3DBF-60B0410A1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2. </a:t>
            </a:r>
            <a:r>
              <a:rPr lang="ko-KR" altLang="en-US" dirty="0"/>
              <a:t>순회강연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/>
              <a:t>정렬</a:t>
            </a:r>
            <a:r>
              <a:rPr lang="en-US" altLang="ko-KR" dirty="0"/>
              <a:t>, </a:t>
            </a:r>
            <a:r>
              <a:rPr lang="ko-KR" altLang="en-US" dirty="0" err="1"/>
              <a:t>우선순위큐</a:t>
            </a:r>
            <a:r>
              <a:rPr lang="en-US" altLang="ko-KR" dirty="0"/>
              <a:t>, </a:t>
            </a:r>
            <a:r>
              <a:rPr lang="ko-KR" altLang="en-US" dirty="0" err="1"/>
              <a:t>그리디</a:t>
            </a:r>
            <a:r>
              <a:rPr lang="en-US" altLang="ko-KR" dirty="0"/>
              <a:t>)</a:t>
            </a:r>
            <a:br>
              <a:rPr lang="en-US" altLang="ko-KR" dirty="0"/>
            </a:b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3AF8B3-142B-F0F2-82C2-14C4C98DD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63" y="1519947"/>
            <a:ext cx="6572250" cy="303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AA02637C-7F83-8534-8211-962805A51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66A8F212-F185-5218-75A2-2DD0A55D1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3. </a:t>
            </a:r>
            <a:r>
              <a:rPr lang="ko-KR" altLang="en-US" dirty="0" err="1"/>
              <a:t>소가길을건너간이유</a:t>
            </a:r>
            <a:r>
              <a:rPr lang="en-US" altLang="ko-KR" dirty="0"/>
              <a:t>4 (</a:t>
            </a:r>
            <a:r>
              <a:rPr lang="en-US" altLang="ko-KR" dirty="0" err="1"/>
              <a:t>TUKorea</a:t>
            </a:r>
            <a:r>
              <a:rPr lang="en-US" altLang="ko-KR" dirty="0"/>
              <a:t>,</a:t>
            </a:r>
            <a:r>
              <a:rPr lang="ko-KR" altLang="en-US" dirty="0"/>
              <a:t>백준</a:t>
            </a:r>
            <a:r>
              <a:rPr lang="en-US" altLang="ko-KR" dirty="0"/>
              <a:t>,</a:t>
            </a:r>
            <a:r>
              <a:rPr lang="ko-KR" altLang="en-US" dirty="0" err="1"/>
              <a:t>우선순위큐</a:t>
            </a:r>
            <a:r>
              <a:rPr lang="en-US" altLang="ko-KR" dirty="0"/>
              <a:t>,</a:t>
            </a:r>
            <a:r>
              <a:rPr lang="ko-KR" altLang="en-US" dirty="0" err="1"/>
              <a:t>최소힙</a:t>
            </a:r>
            <a:r>
              <a:rPr lang="en-US" altLang="ko-KR" dirty="0"/>
              <a:t>,</a:t>
            </a:r>
            <a:r>
              <a:rPr lang="ko-KR" altLang="en-US" dirty="0" err="1"/>
              <a:t>그리디</a:t>
            </a:r>
            <a:r>
              <a:rPr lang="en-US" altLang="ko-KR" dirty="0"/>
              <a:t>)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C596C2-1756-0353-B880-E3C19BBD9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315" y="2106950"/>
            <a:ext cx="4927273" cy="205382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5F005C-5FBB-E2C5-883F-1C45CEE5C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592" y="1370379"/>
            <a:ext cx="1518633" cy="352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3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1EC7F494-098E-1558-E84B-CAADA261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5A231992-A6DB-5EBB-7D93-54B740D08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4. </a:t>
            </a:r>
            <a:r>
              <a:rPr lang="ko-KR" altLang="en-US" dirty="0"/>
              <a:t>다음 순열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) 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6AC808-7996-7E84-EE34-4334D635E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922" y="1827502"/>
            <a:ext cx="5568043" cy="17415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AD4C26-6E22-3A57-FA4D-7BF22A0D1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0" y="983799"/>
            <a:ext cx="202753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4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BF0FF91C-74BD-30E9-A268-77F643BA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FA198B6E-90C0-60F5-97EB-D27B881593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5. </a:t>
            </a:r>
            <a:r>
              <a:rPr lang="ko-KR" altLang="en-US" dirty="0"/>
              <a:t>합승 택시</a:t>
            </a:r>
            <a:r>
              <a:rPr lang="en-US" altLang="ko-KR" dirty="0"/>
              <a:t>(Programmers, Floyd </a:t>
            </a:r>
            <a:r>
              <a:rPr lang="en-US" altLang="ko-KR" dirty="0" err="1"/>
              <a:t>Warshall</a:t>
            </a:r>
            <a:r>
              <a:rPr lang="en-US" altLang="ko-KR" dirty="0"/>
              <a:t>, </a:t>
            </a:r>
            <a:r>
              <a:rPr lang="ko-KR" altLang="en-US" dirty="0" err="1"/>
              <a:t>우선순위큐</a:t>
            </a:r>
            <a:r>
              <a:rPr lang="en-US" altLang="ko-KR" dirty="0"/>
              <a:t>)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9BCBA01-11B8-AD53-846E-9AAEF490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731" y="1150822"/>
            <a:ext cx="2654270" cy="350282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530AF5D-84EC-0D5C-663C-48B6B4EF7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98" y="1319021"/>
            <a:ext cx="1657225" cy="31481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FB8015-9255-DA93-4BBC-81E0B91D3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950" y="1398867"/>
            <a:ext cx="2436154" cy="277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7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C49BA4F5-64A4-80A1-8EEF-D567FBAA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22CEDD2E-D36E-1AD0-B231-8D45A4F97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6. </a:t>
            </a:r>
            <a:r>
              <a:rPr lang="ko-KR" altLang="en-US" dirty="0"/>
              <a:t>파티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다익스트라</a:t>
            </a:r>
            <a:r>
              <a:rPr lang="en-US" altLang="ko-KR" dirty="0"/>
              <a:t>)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172FFA-CDE6-BC95-C709-11D88A12E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644" y="1810375"/>
            <a:ext cx="4800597" cy="19932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598A606-AFC8-13F2-729B-DA6671DB6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99" y="1534502"/>
            <a:ext cx="1796635" cy="27929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9525AC-286B-EADF-BE4F-CD81F7B9D6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33"/>
          <a:stretch>
            <a:fillRect/>
          </a:stretch>
        </p:blipFill>
        <p:spPr>
          <a:xfrm>
            <a:off x="2216022" y="1261570"/>
            <a:ext cx="1796634" cy="309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8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28A818DE-ADEE-A871-1CAA-DD3118DC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90F1BF5E-8C4F-D989-24DF-95799A92E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7. </a:t>
            </a:r>
            <a:r>
              <a:rPr lang="ko-KR" altLang="en-US" dirty="0"/>
              <a:t>장애물</a:t>
            </a:r>
            <a:r>
              <a:rPr lang="en-US" altLang="ko-KR" dirty="0"/>
              <a:t>(TUKorea0073, Dijkstra)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3AD4BC-4DE6-BE0B-4726-17032B449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08" y="1440286"/>
            <a:ext cx="4710303" cy="27479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AD2F1E-766A-E8E5-4750-F6B8E4D84E71}"/>
              </a:ext>
            </a:extLst>
          </p:cNvPr>
          <p:cNvSpPr txBox="1"/>
          <p:nvPr/>
        </p:nvSpPr>
        <p:spPr>
          <a:xfrm>
            <a:off x="6237514" y="2571750"/>
            <a:ext cx="1861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문제가 없습니다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5028121"/>
      </p:ext>
    </p:extLst>
  </p:cSld>
  <p:clrMapOvr>
    <a:masterClrMapping/>
  </p:clrMapOvr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82</Words>
  <Application>Microsoft Office PowerPoint</Application>
  <PresentationFormat>화면 슬라이드 쇼(16:9)</PresentationFormat>
  <Paragraphs>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Arial</vt:lpstr>
      <vt:lpstr>Palanquin Dark</vt:lpstr>
      <vt:lpstr>Jost</vt:lpstr>
      <vt:lpstr>Calibri</vt:lpstr>
      <vt:lpstr>Linic by Slidesgo</vt:lpstr>
      <vt:lpstr>택배 배송 (TUKorea, 백준, 다익스트라) </vt:lpstr>
      <vt:lpstr>2. 순회강연 (TUKorea,백준, 정렬, 우선순위큐, 그리디) </vt:lpstr>
      <vt:lpstr>3. 소가길을건너간이유4 (TUKorea,백준,우선순위큐,최소힙,그리디) </vt:lpstr>
      <vt:lpstr>4. 다음 순열 (TUKorea, 구현) </vt:lpstr>
      <vt:lpstr>5. 합승 택시(Programmers, Floyd Warshall, 우선순위큐) </vt:lpstr>
      <vt:lpstr>6. 파티 (TUKorea, 백준, 다익스트라) </vt:lpstr>
      <vt:lpstr>7. 장애물(TUKorea0073, Dijkstra)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임채은(2022182035)</cp:lastModifiedBy>
  <cp:revision>25</cp:revision>
  <dcterms:modified xsi:type="dcterms:W3CDTF">2026-05-26T13:38:11Z</dcterms:modified>
</cp:coreProperties>
</file>