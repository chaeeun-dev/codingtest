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2.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5. </a:t>
            </a:r>
            <a:r>
              <a:rPr lang="ko-KR" altLang="en-US" dirty="0"/>
              <a:t>도둑질 </a:t>
            </a:r>
            <a:r>
              <a:rPr lang="en-US" altLang="ko-KR" dirty="0"/>
              <a:t>(Programmers, DP) 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DF8B7D5-B490-EAA7-693D-B0E0EA595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295" y="1142996"/>
            <a:ext cx="1955007" cy="323305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93E40DD-5738-5C8B-722F-5202A42F2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664" y="1114250"/>
            <a:ext cx="3430846" cy="329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18</Words>
  <Application>Microsoft Office PowerPoint</Application>
  <PresentationFormat>화면 슬라이드 쇼(16:9)</PresentationFormat>
  <Paragraphs>6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Calibri</vt:lpstr>
      <vt:lpstr>Palanquin Dark</vt:lpstr>
      <vt:lpstr>Arial</vt:lpstr>
      <vt:lpstr>Jost</vt:lpstr>
      <vt:lpstr>Linic by Slidesgo</vt:lpstr>
      <vt:lpstr>PowerPoint 프레젠테이션</vt:lpstr>
      <vt:lpstr>2. </vt:lpstr>
      <vt:lpstr>3. </vt:lpstr>
      <vt:lpstr>4. </vt:lpstr>
      <vt:lpstr>5. 도둑질 (Programmers, DP) </vt:lpstr>
      <vt:lpstr>6. </vt:lpstr>
      <vt:lpstr>7.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임채은(2022182035)</cp:lastModifiedBy>
  <cp:revision>19</cp:revision>
  <dcterms:modified xsi:type="dcterms:W3CDTF">2026-05-04T03:35:03Z</dcterms:modified>
</cp:coreProperties>
</file>