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embeddedFontLst>
    <p:embeddedFont>
      <p:font typeface="Jost" panose="020B0600000101010101" charset="0"/>
      <p:regular r:id="rId13"/>
      <p:bold r:id="rId14"/>
      <p:italic r:id="rId15"/>
      <p:boldItalic r:id="rId16"/>
    </p:embeddedFont>
    <p:embeddedFont>
      <p:font typeface="Palanquin Dark" panose="020B0600000101010101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36" y="7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25202929-7E1A-D68C-38A0-E58FBA6E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B6BDA095-BFEB-B2AE-C614-FD28031051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C8CC789D-57CD-D119-D4CF-637195A6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21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D3D0CD33-17AC-3CA6-DE55-B76666393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D9C4014-3546-668E-16AC-434E3482B9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E7023E5-E1CC-503D-1168-A733D8F46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0071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A570A10-2E12-FE93-F21B-262414465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B18D226-8CFE-4539-1A2C-F9DDDA3A1C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BA9ED41D-49B4-F321-6818-089A4B9B48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5931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3. </a:t>
            </a:r>
            <a:r>
              <a:rPr lang="ko-KR" altLang="en-US" dirty="0"/>
              <a:t>베스트 앨범 </a:t>
            </a:r>
            <a:r>
              <a:rPr lang="fr-FR" altLang="ko-KR" dirty="0"/>
              <a:t>(Programmers, </a:t>
            </a:r>
            <a:r>
              <a:rPr lang="ko-KR" altLang="en-US" dirty="0"/>
              <a:t>구현</a:t>
            </a:r>
            <a:r>
              <a:rPr lang="fr-FR" altLang="ko-KR" dirty="0"/>
              <a:t>) </a:t>
            </a:r>
            <a:r>
              <a:rPr lang="en-US" dirty="0"/>
              <a:t>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4. </a:t>
            </a:r>
            <a:r>
              <a:rPr lang="ko-KR" altLang="en-US" dirty="0" err="1"/>
              <a:t>신고결과받기</a:t>
            </a:r>
            <a:r>
              <a:rPr lang="ko-KR" altLang="en-US" dirty="0"/>
              <a:t> </a:t>
            </a:r>
            <a:r>
              <a:rPr lang="en-US" altLang="ko-KR" dirty="0"/>
              <a:t>(Programmers, </a:t>
            </a:r>
            <a:r>
              <a:rPr lang="ko-KR" altLang="en-US" dirty="0"/>
              <a:t>구현</a:t>
            </a:r>
            <a:r>
              <a:rPr lang="en-US" altLang="ko-KR" dirty="0"/>
              <a:t>) 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5. </a:t>
            </a:r>
            <a:r>
              <a:rPr lang="ko-KR" altLang="en-US" dirty="0"/>
              <a:t>도둑질 </a:t>
            </a:r>
            <a:r>
              <a:rPr lang="en-US" altLang="ko-KR" dirty="0"/>
              <a:t>(Programmers, DP)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DF8B7D5-B490-EAA7-693D-B0E0EA595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295" y="1142996"/>
            <a:ext cx="1955007" cy="323305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93E40DD-5738-5C8B-722F-5202A42F2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664" y="1114250"/>
            <a:ext cx="3430846" cy="329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6. </a:t>
            </a:r>
            <a:r>
              <a:rPr lang="ko-KR" altLang="en-US" dirty="0"/>
              <a:t>설탕배달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2839, DP)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CE2DAF-D893-1763-13E6-193BC57861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3664" y="935300"/>
            <a:ext cx="3396648" cy="3899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7. </a:t>
            </a:r>
            <a:r>
              <a:rPr lang="en-US" altLang="ko-KR" dirty="0"/>
              <a:t>1</a:t>
            </a:r>
            <a:r>
              <a:rPr lang="ko-KR" altLang="en-US" dirty="0"/>
              <a:t>로 만들기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1463, DP)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E31FE3-D09D-D485-0E19-00704F327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918" y="935300"/>
            <a:ext cx="3582139" cy="384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E2E03861-2A88-5FC5-FA53-47F9E5063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1B0D5A9-8B0C-5FD6-F81B-47F709BAD3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8. </a:t>
            </a:r>
            <a:r>
              <a:rPr lang="ko-KR" altLang="en-US" dirty="0"/>
              <a:t>내려가기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</a:t>
            </a:r>
            <a:r>
              <a:rPr lang="ko-KR" altLang="en-US" dirty="0"/>
              <a:t>백준</a:t>
            </a:r>
            <a:r>
              <a:rPr lang="en-US" altLang="ko-KR" dirty="0"/>
              <a:t>2096, DP) 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3083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476118DF-1950-FF27-BCA8-E8CA9EB78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8C1C324D-3236-47D9-61AB-D696CDC4C6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88259" y="362600"/>
            <a:ext cx="973567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9. </a:t>
            </a:r>
            <a:r>
              <a:rPr lang="ko-KR" altLang="en-US" dirty="0"/>
              <a:t>가장 큰 증가하는 부분 수열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</a:t>
            </a:r>
            <a:r>
              <a:rPr lang="ko-KR" altLang="en-US" dirty="0"/>
              <a:t>백준</a:t>
            </a:r>
            <a:r>
              <a:rPr lang="en-US" altLang="ko-KR" dirty="0"/>
              <a:t>11055,DP)</a:t>
            </a:r>
            <a:r>
              <a:rPr lang="en-US" altLang="ko-KR" sz="2400" dirty="0"/>
              <a:t> 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658BB-9FED-8266-4346-ED085F6CB2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565" y="1082469"/>
            <a:ext cx="6877394" cy="3698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1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34507844-5BF3-AD38-0049-C1A28B4A5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E86289D8-523B-C1D3-3C7D-F020D49D0A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/>
            <a:r>
              <a:rPr lang="en-US" dirty="0"/>
              <a:t>10. </a:t>
            </a:r>
            <a:r>
              <a:rPr lang="en-US" altLang="ko-KR" dirty="0"/>
              <a:t>RGB</a:t>
            </a:r>
            <a:r>
              <a:rPr lang="ko-KR" altLang="en-US" dirty="0"/>
              <a:t>거리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</a:t>
            </a:r>
            <a:r>
              <a:rPr lang="ko-KR" altLang="en-US" dirty="0"/>
              <a:t>백준</a:t>
            </a:r>
            <a:r>
              <a:rPr lang="en-US" altLang="ko-KR" dirty="0"/>
              <a:t>1149, DP)</a:t>
            </a:r>
            <a:r>
              <a:rPr lang="en-US" altLang="ko-KR" sz="2400" dirty="0"/>
              <a:t> 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3DF217-4BFE-1FFF-662F-E35977D14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6998" y="935300"/>
            <a:ext cx="6369979" cy="373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93793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</TotalTime>
  <Words>101</Words>
  <Application>Microsoft Office PowerPoint</Application>
  <PresentationFormat>화면 슬라이드 쇼(16:9)</PresentationFormat>
  <Paragraphs>10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Calibri</vt:lpstr>
      <vt:lpstr>Jost</vt:lpstr>
      <vt:lpstr>Arial</vt:lpstr>
      <vt:lpstr>Palanquin Dark</vt:lpstr>
      <vt:lpstr>Linic by Slidesgo</vt:lpstr>
      <vt:lpstr>정수삼각형 (Programmers, DP)</vt:lpstr>
      <vt:lpstr>2. 등굣길(Programmers, DP)</vt:lpstr>
      <vt:lpstr>3. 베스트 앨범 (Programmers, 구현)  </vt:lpstr>
      <vt:lpstr>4. 신고결과받기 (Programmers, 구현) </vt:lpstr>
      <vt:lpstr>5. 도둑질 (Programmers, DP) </vt:lpstr>
      <vt:lpstr>6. 설탕배달 (TUKorea, 백준2839, DP) </vt:lpstr>
      <vt:lpstr>7. 1로 만들기 (TUKorea, 백준1463, DP) </vt:lpstr>
      <vt:lpstr>8. 내려가기 (TUKorea, 백준2096, DP) </vt:lpstr>
      <vt:lpstr>9. 가장 큰 증가하는 부분 수열 (TUKorea,백준11055,DP) </vt:lpstr>
      <vt:lpstr>10. RGB거리 (TUKorea,백준1149, DP)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21</cp:revision>
  <dcterms:modified xsi:type="dcterms:W3CDTF">2026-05-08T06:13:57Z</dcterms:modified>
</cp:coreProperties>
</file>