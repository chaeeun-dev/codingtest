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  <p:embeddedFont>
      <p:font typeface="맑은 고딕" panose="020B0503020000020004" pitchFamily="50" charset="-127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102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524EC07-7447-369A-A161-26DB1130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20E70-9215-C42C-90D1-F4C479217E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61C2C3D6-944E-151D-CFFE-5A88F2DC6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09511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1B158A48-3274-8344-31C9-C36A2A0E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C56F45E5-28CA-7389-72E5-39BEB005E0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800A1237-35E9-F174-3159-5D9414E9F1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3607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ko-KR" altLang="en-US" sz="2800" dirty="0"/>
              <a:t>나무 자르기 </a:t>
            </a:r>
            <a:r>
              <a:rPr lang="en-US" altLang="ko-KR" sz="2800" dirty="0"/>
              <a:t>(TUKorea0070,</a:t>
            </a:r>
            <a:r>
              <a:rPr lang="ko-KR" altLang="en-US" sz="2800" dirty="0"/>
              <a:t>백준</a:t>
            </a:r>
            <a:r>
              <a:rPr lang="en-US" altLang="ko-KR" sz="2800" dirty="0"/>
              <a:t>, </a:t>
            </a:r>
            <a:r>
              <a:rPr lang="ko-KR" altLang="en-US" sz="2800" dirty="0"/>
              <a:t>이분탐색</a:t>
            </a:r>
            <a:r>
              <a:rPr lang="en-US" altLang="ko-KR" sz="2800" dirty="0"/>
              <a:t>)</a:t>
            </a:r>
            <a:br>
              <a:rPr lang="en-US" altLang="ko-KR" sz="2800" dirty="0"/>
            </a:b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636CC9F-AD32-6D1C-7D7C-03C33B14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57" y="1456354"/>
            <a:ext cx="3769764" cy="280349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8C64EFD-41CB-C1BE-DCC0-D0B275CCD0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7868" y="935300"/>
            <a:ext cx="2276623" cy="384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/>
              <a:t>사칙연산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/>
              <a:t>구현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1F36170-F518-AD6D-15D6-388E46D18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252" y="1009000"/>
            <a:ext cx="2571652" cy="372291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3E772CA-5F13-E22F-E183-93D49E4477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9082" y="2447467"/>
            <a:ext cx="5119007" cy="845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r>
              <a:rPr lang="fr-FR" altLang="ko-KR" sz="2800" dirty="0"/>
              <a:t>Postfix </a:t>
            </a:r>
            <a:r>
              <a:rPr lang="ko-KR" altLang="fr-FR" sz="2800" dirty="0"/>
              <a:t>표현식 </a:t>
            </a:r>
            <a:r>
              <a:rPr lang="fr-FR" altLang="ko-KR" sz="2800" dirty="0"/>
              <a:t>(TUKorea, </a:t>
            </a:r>
            <a:r>
              <a:rPr lang="ko-KR" altLang="en-US" sz="2800" dirty="0"/>
              <a:t>스택</a:t>
            </a:r>
            <a:r>
              <a:rPr lang="fr-FR" altLang="ko-KR" sz="2800" dirty="0"/>
              <a:t>) 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73F89A5-6E38-8242-30F1-8B7556392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465" y="942218"/>
            <a:ext cx="2587875" cy="38386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7E465F6-AF76-AD56-B585-0C3AA5A9F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265" y="1304064"/>
            <a:ext cx="4284323" cy="311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r>
              <a:rPr lang="ko-KR" altLang="en-US" sz="2800" dirty="0"/>
              <a:t>비밀지도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62324FF-86DD-34EE-F989-E497B115E7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9943"/>
          <a:stretch/>
        </p:blipFill>
        <p:spPr>
          <a:xfrm>
            <a:off x="1195627" y="1114432"/>
            <a:ext cx="2989120" cy="356130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B2B4345-EADE-E537-0032-902B87E302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252"/>
          <a:stretch/>
        </p:blipFill>
        <p:spPr>
          <a:xfrm>
            <a:off x="4571988" y="1607732"/>
            <a:ext cx="3265243" cy="2574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5. </a:t>
            </a:r>
            <a:r>
              <a:rPr lang="ko-KR" altLang="en-US" dirty="0"/>
              <a:t>어두운 굴다리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/>
              <a:t>이분탐색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1CDCA2F-41F9-5ECF-E2C8-83B6D90036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693"/>
          <a:stretch>
            <a:fillRect/>
          </a:stretch>
        </p:blipFill>
        <p:spPr>
          <a:xfrm>
            <a:off x="2308527" y="1390527"/>
            <a:ext cx="2263473" cy="177800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134EC3-9D5D-A4A7-076F-A25C43EA6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4215" y="1074224"/>
            <a:ext cx="2049956" cy="255268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1D75A2F-6DA4-B828-8C35-E37DB7D9B5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7891" y="3765832"/>
            <a:ext cx="6768193" cy="1161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0A432188-C965-A783-C3E9-170D5A1E7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1AE6A9A2-D5DB-6C09-D508-5F4ED21603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6. </a:t>
            </a:r>
            <a:r>
              <a:rPr lang="ko-KR" altLang="en-US" dirty="0"/>
              <a:t>공유기 설치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이분탐색</a:t>
            </a:r>
            <a:r>
              <a:rPr lang="en-US" altLang="ko-KR" dirty="0">
                <a:ea typeface="맑은 고딕"/>
              </a:rPr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15551B9-9E89-66E7-CFAD-B85799C54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926" y="1982318"/>
            <a:ext cx="5118507" cy="213408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E14E380-C715-D08C-88E7-4940FB7B0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24" y="1218762"/>
            <a:ext cx="2370330" cy="366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122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B85D0CE-7D8D-1618-ED92-A20364FA1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75403841-EC49-69FE-8118-9DA770968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r>
              <a:rPr lang="ko-KR" altLang="en-US" dirty="0"/>
              <a:t>예산 </a:t>
            </a:r>
            <a:r>
              <a:rPr lang="en-US" altLang="ko-KR" dirty="0"/>
              <a:t>(</a:t>
            </a:r>
            <a:r>
              <a:rPr lang="ko-KR" altLang="en-US" dirty="0"/>
              <a:t>이분탐색</a:t>
            </a:r>
            <a:r>
              <a:rPr lang="en-US" altLang="ko-KR"/>
              <a:t>)</a:t>
            </a:r>
            <a:r>
              <a:rPr lang="en-US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77804C-E5B5-3B09-CA68-26128FE51E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570" y="2179783"/>
            <a:ext cx="4455453" cy="13673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630CAA1-7F6E-5CC7-07CA-9D241696CA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105" y="1045027"/>
            <a:ext cx="2412125" cy="3636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845715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</TotalTime>
  <Words>61</Words>
  <Application>Microsoft Office PowerPoint</Application>
  <PresentationFormat>화면 슬라이드 쇼(16:9)</PresentationFormat>
  <Paragraphs>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맑은 고딕</vt:lpstr>
      <vt:lpstr>Jost</vt:lpstr>
      <vt:lpstr>Arial</vt:lpstr>
      <vt:lpstr>Palanquin Dark</vt:lpstr>
      <vt:lpstr>Calibri</vt:lpstr>
      <vt:lpstr>Linic by Slidesgo</vt:lpstr>
      <vt:lpstr>나무 자르기 (TUKorea0070,백준, 이분탐색) </vt:lpstr>
      <vt:lpstr>2. 사칙연산(TUKorea, 백준, 구현) </vt:lpstr>
      <vt:lpstr>3. Postfix 표현식 (TUKorea, 스택) </vt:lpstr>
      <vt:lpstr>4. 비밀지도(Programmers, 구현)  </vt:lpstr>
      <vt:lpstr>5. 어두운 굴다리(TUKorea, 백준, 이분탐색)</vt:lpstr>
      <vt:lpstr>6. 공유기 설치 (이분탐색) </vt:lpstr>
      <vt:lpstr>7. 예산 (이분탐색)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24</cp:revision>
  <dcterms:modified xsi:type="dcterms:W3CDTF">2026-04-27T17:35:26Z</dcterms:modified>
</cp:coreProperties>
</file>