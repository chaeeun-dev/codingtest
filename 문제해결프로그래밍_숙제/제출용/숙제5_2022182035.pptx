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맑은 고딕" panose="020B0503020000020004" pitchFamily="50" charset="-127"/>
      <p:regular r:id="rId10"/>
      <p:bold r:id="rId11"/>
    </p:embeddedFont>
    <p:embeddedFont>
      <p:font typeface="Jost" panose="020B0600000101010101" charset="0"/>
      <p:regular r:id="rId12"/>
      <p:bold r:id="rId13"/>
      <p:italic r:id="rId14"/>
      <p:boldItalic r:id="rId15"/>
    </p:embeddedFont>
    <p:embeddedFont>
      <p:font typeface="Palanquin Dark" panose="020B0600000101010101" charset="0"/>
      <p:regular r:id="rId16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4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3FF7CF57-417E-C190-770A-E4D2324D3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6431180-27FA-3379-1EA6-A8CFF63EB0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057E9923-B5E0-2003-5030-63691E654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353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8DFA06E-EF03-80A0-A034-96FC6814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38AD6E36-DC80-E350-0FB6-9739421292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4AC4A1D7-AA6E-E1EE-E13E-64A90C2EE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564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1FF7C4B-D071-EAFF-B907-0A423631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DEAF390-C4B8-2D77-E118-7C48F84D1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7C8E5A02-CFEA-3D04-6D63-CB05B6AE9E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9854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8D5898D4-3A31-EF8B-6BCD-5C54FDE96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D13D2A92-1259-77F1-CEBC-FDCF483B83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E55E975-2CCA-C3C6-2275-8BD1B747D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2162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524EC07-7447-369A-A161-26DB11306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74C20E70-9215-C42C-90D1-F4C479217E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61C2C3D6-944E-151D-CFFE-5A88F2DC6A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09511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1B158A48-3274-8344-31C9-C36A2A0E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C56F45E5-28CA-7389-72E5-39BEB005E0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800A1237-35E9-F174-3159-5D9414E9F1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36076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ctr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084E073-4A37-035C-EF5B-0274942CE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9008A0F-5BCE-AA40-3DBF-60B0410A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2. </a:t>
            </a:r>
            <a:r>
              <a:rPr lang="ko-KR" altLang="en-US" dirty="0"/>
              <a:t>사칙연산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/>
              <a:t>구현</a:t>
            </a:r>
            <a:r>
              <a:rPr lang="en-US" altLang="ko-KR" dirty="0"/>
              <a:t>)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1F36170-F518-AD6D-15D6-388E46D18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252" y="1009000"/>
            <a:ext cx="2571652" cy="372291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3E772CA-5F13-E22F-E183-93D49E4477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9082" y="2447467"/>
            <a:ext cx="5119007" cy="845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06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AA02637C-7F83-8534-8211-962805A51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66A8F212-F185-5218-75A2-2DD0A55D1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3.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0137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EC7F494-098E-1558-E84B-CAADA2617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5A231992-A6DB-5EBB-7D93-54B740D08B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4.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244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BF0FF91C-74BD-30E9-A268-77F643BAC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FA198B6E-90C0-60F5-97EB-D27B881593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5. </a:t>
            </a:r>
            <a:r>
              <a:rPr lang="ko-KR" altLang="en-US" dirty="0"/>
              <a:t>어두운 굴다리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/>
              <a:t>이분탐색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1CDCA2F-41F9-5ECF-E2C8-83B6D90036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2693"/>
          <a:stretch>
            <a:fillRect/>
          </a:stretch>
        </p:blipFill>
        <p:spPr>
          <a:xfrm>
            <a:off x="2308527" y="1390527"/>
            <a:ext cx="2263473" cy="177800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134EC3-9D5D-A4A7-076F-A25C43EA67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4215" y="1074224"/>
            <a:ext cx="2049956" cy="255268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1D75A2F-6DA4-B828-8C35-E37DB7D9B5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7891" y="3765832"/>
            <a:ext cx="6768193" cy="1161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275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0A432188-C965-A783-C3E9-170D5A1E7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1AE6A9A2-D5DB-6C09-D508-5F4ED21603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6. </a:t>
            </a:r>
            <a:r>
              <a:rPr lang="ko-KR" altLang="en-US" dirty="0"/>
              <a:t>공유기 설치 </a:t>
            </a: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이분탐색</a:t>
            </a:r>
            <a:r>
              <a:rPr lang="en-US" altLang="ko-KR" dirty="0">
                <a:ea typeface="맑은 고딕"/>
              </a:rPr>
              <a:t>)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15551B9-9E89-66E7-CFAD-B85799C54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926" y="1982318"/>
            <a:ext cx="5118507" cy="213408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E14E380-C715-D08C-88E7-4940FB7B0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24" y="1218762"/>
            <a:ext cx="2370330" cy="366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122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B85D0CE-7D8D-1618-ED92-A20364FA1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75403841-EC49-69FE-8118-9DA7709685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7. </a:t>
            </a:r>
            <a:r>
              <a:rPr lang="ko-KR" altLang="en-US" dirty="0"/>
              <a:t>예산 </a:t>
            </a:r>
            <a:r>
              <a:rPr lang="en-US" altLang="ko-KR" dirty="0"/>
              <a:t>(</a:t>
            </a:r>
            <a:r>
              <a:rPr lang="ko-KR" altLang="en-US" dirty="0"/>
              <a:t>이분탐색</a:t>
            </a:r>
            <a:r>
              <a:rPr lang="en-US" altLang="ko-KR"/>
              <a:t>)</a:t>
            </a:r>
            <a:r>
              <a:rPr lang="en-US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6845715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826</TotalTime>
  <Words>38</Words>
  <Application>Microsoft Office PowerPoint</Application>
  <PresentationFormat>화면 슬라이드 쇼(16:9)</PresentationFormat>
  <Paragraphs>6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맑은 고딕</vt:lpstr>
      <vt:lpstr>Arial</vt:lpstr>
      <vt:lpstr>Jost</vt:lpstr>
      <vt:lpstr>Calibri</vt:lpstr>
      <vt:lpstr>Palanquin Dark</vt:lpstr>
      <vt:lpstr>Linic by Slidesgo</vt:lpstr>
      <vt:lpstr>PowerPoint 프레젠테이션</vt:lpstr>
      <vt:lpstr>2. 사칙연산(TUKorea, 백준, 구현) </vt:lpstr>
      <vt:lpstr>3. </vt:lpstr>
      <vt:lpstr>4. </vt:lpstr>
      <vt:lpstr>5. 어두운 굴다리(TUKorea, 백준, 이분탐색)</vt:lpstr>
      <vt:lpstr>6. 공유기 설치 (이분탐색) </vt:lpstr>
      <vt:lpstr>7. 예산 (이분탐색)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임채은(2022182035)</cp:lastModifiedBy>
  <cp:revision>22</cp:revision>
  <dcterms:modified xsi:type="dcterms:W3CDTF">2026-04-27T03:34:59Z</dcterms:modified>
</cp:coreProperties>
</file>