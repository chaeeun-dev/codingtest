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-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/>
              <a:t>DFS</a:t>
            </a:r>
            <a:r>
              <a:rPr lang="ko-KR" altLang="en-US" dirty="0"/>
              <a:t>와 </a:t>
            </a:r>
            <a:r>
              <a:rPr lang="en-US" altLang="ko-KR" dirty="0"/>
              <a:t>BFS (</a:t>
            </a:r>
            <a:r>
              <a:rPr lang="ko-KR" altLang="en-US" dirty="0"/>
              <a:t>백준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597241-AA8A-B8F2-745B-9D564C42B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05" y="935300"/>
            <a:ext cx="2234595" cy="370449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675B00F-D5C2-DCC0-F4F7-16A0757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491" y="1462482"/>
            <a:ext cx="2386430" cy="19503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77753C5-C874-4E8D-4A78-1DCA620C2D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7491" y="3901057"/>
            <a:ext cx="5577904" cy="5755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2. </a:t>
            </a:r>
            <a:r>
              <a:rPr lang="ko-KR" altLang="en-US" dirty="0"/>
              <a:t>숨바꼭질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BFS </a:t>
            </a:r>
            <a:r>
              <a:rPr lang="ko-KR" altLang="en-US" dirty="0"/>
              <a:t>최단거리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2F53D43-5772-9D81-7CFD-2143E7FB3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530"/>
          <a:stretch/>
        </p:blipFill>
        <p:spPr>
          <a:xfrm>
            <a:off x="928293" y="966583"/>
            <a:ext cx="2605592" cy="36847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A5FF42-DBE2-6FA4-D3BA-D13FE3E21E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4030"/>
          <a:stretch/>
        </p:blipFill>
        <p:spPr>
          <a:xfrm>
            <a:off x="3746236" y="2334528"/>
            <a:ext cx="5083439" cy="47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3. </a:t>
            </a:r>
            <a:r>
              <a:rPr lang="ko-KR" altLang="en-US" dirty="0"/>
              <a:t>중요한 교차로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DFS/BFS </a:t>
            </a:r>
            <a:r>
              <a:rPr lang="ko-KR" altLang="en-US" dirty="0"/>
              <a:t>완전탐색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B85DFB-CA51-EF7F-9BDC-B0AC405CA1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699" b="57216"/>
          <a:stretch/>
        </p:blipFill>
        <p:spPr>
          <a:xfrm>
            <a:off x="554818" y="1578844"/>
            <a:ext cx="2237427" cy="198580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066D7FD-492F-AEA5-3758-474B669E72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589" r="4858"/>
          <a:stretch/>
        </p:blipFill>
        <p:spPr>
          <a:xfrm>
            <a:off x="2920030" y="1252588"/>
            <a:ext cx="2308436" cy="263832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17222F0-3185-D5CE-2DF7-B973E1DD2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251" y="1317903"/>
            <a:ext cx="3366811" cy="250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r>
              <a:rPr lang="ko-KR" altLang="en-US" dirty="0"/>
              <a:t>여행경로</a:t>
            </a:r>
            <a:r>
              <a:rPr lang="en-US" altLang="ko-KR" dirty="0"/>
              <a:t> (Programmers, DFS)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5. </a:t>
            </a:r>
            <a:r>
              <a:rPr lang="ko-KR" altLang="en-US" dirty="0"/>
              <a:t>알파벳</a:t>
            </a:r>
            <a:r>
              <a:rPr lang="en-US" dirty="0"/>
              <a:t> (</a:t>
            </a:r>
            <a:r>
              <a:rPr lang="ko-KR" altLang="en-US" dirty="0"/>
              <a:t>백준</a:t>
            </a:r>
            <a:r>
              <a:rPr lang="en-US" altLang="ko-KR" dirty="0"/>
              <a:t>, DFS </a:t>
            </a:r>
            <a:r>
              <a:rPr lang="ko-KR" altLang="en-US" dirty="0"/>
              <a:t>재귀 </a:t>
            </a:r>
            <a:r>
              <a:rPr lang="en-US" altLang="ko-KR" dirty="0"/>
              <a:t>,</a:t>
            </a:r>
            <a:r>
              <a:rPr lang="ko-KR" altLang="en-US" dirty="0" err="1"/>
              <a:t>백트레킹</a:t>
            </a:r>
            <a:r>
              <a:rPr lang="en-US" altLang="ko-KR" dirty="0"/>
              <a:t>, </a:t>
            </a:r>
            <a:r>
              <a:rPr lang="ko-KR" altLang="en-US" dirty="0" err="1"/>
              <a:t>비트마스킹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171B698-E71E-42AA-A2A8-B9160B2D8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88" y="1036864"/>
            <a:ext cx="3229883" cy="38290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E59C112-B08C-70DB-5FD4-4E36F4EAD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767" y="1424667"/>
            <a:ext cx="4187821" cy="304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6. </a:t>
            </a:r>
            <a:r>
              <a:rPr lang="ko-KR" altLang="en-US" dirty="0"/>
              <a:t>섬의 개수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DFS/BFS </a:t>
            </a:r>
            <a:r>
              <a:rPr lang="ko-KR" altLang="en-US" dirty="0"/>
              <a:t>완전 탐색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05E61BC-ADBA-A25B-7F95-0B45321A8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05" y="1099635"/>
            <a:ext cx="2265842" cy="332716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7B7EB56-1718-B13B-CD5A-F842583CC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849" y="1099635"/>
            <a:ext cx="2410277" cy="29718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771272-AE52-4573-3AE9-F1D635D52C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6849" y="4235770"/>
            <a:ext cx="5281520" cy="58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r>
              <a:rPr lang="ko-KR" altLang="en-US" dirty="0"/>
              <a:t>트리순회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이진트리순회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1EF1305-9D8E-9B5F-DCCE-C4CA50B7A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9" y="935298"/>
            <a:ext cx="2927394" cy="38456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1DBD29B-37BF-89B8-E3BE-55788B193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242" y="1588715"/>
            <a:ext cx="4224927" cy="2538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775</TotalTime>
  <Words>69</Words>
  <Application>Microsoft Office PowerPoint</Application>
  <PresentationFormat>화면 슬라이드 쇼(16:9)</PresentationFormat>
  <Paragraphs>7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Palanquin Dark</vt:lpstr>
      <vt:lpstr>Calibri</vt:lpstr>
      <vt:lpstr>Arial</vt:lpstr>
      <vt:lpstr>Jost</vt:lpstr>
      <vt:lpstr>Linic by Slidesgo</vt:lpstr>
      <vt:lpstr>DFS와 BFS (백준)</vt:lpstr>
      <vt:lpstr>2. 숨바꼭질 (백준, BFS 최단거리) </vt:lpstr>
      <vt:lpstr>3. 중요한 교차로 (TUKorea, DFS/BFS 완전탐색)</vt:lpstr>
      <vt:lpstr>4. 여행경로 (Programmers, DFS)</vt:lpstr>
      <vt:lpstr>5. 알파벳 (백준, DFS 재귀 ,백트레킹, 비트마스킹)</vt:lpstr>
      <vt:lpstr>6. 섬의 개수 (백준, DFS/BFS 완전 탐색)</vt:lpstr>
      <vt:lpstr>7. 트리순회 (백준, 이진트리순회)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임채은(2022182035)</cp:lastModifiedBy>
  <cp:revision>15</cp:revision>
  <dcterms:modified xsi:type="dcterms:W3CDTF">2026-04-08T04:03:12Z</dcterms:modified>
</cp:coreProperties>
</file>