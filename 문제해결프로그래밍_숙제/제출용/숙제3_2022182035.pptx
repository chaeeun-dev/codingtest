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Jost" panose="020B0600000101010101" charset="0"/>
      <p:regular r:id="rId10"/>
      <p:bold r:id="rId11"/>
      <p:italic r:id="rId12"/>
      <p:boldItalic r:id="rId13"/>
    </p:embeddedFont>
    <p:embeddedFont>
      <p:font typeface="Palanquin Dark" panose="020B0600000101010101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914" y="7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3FF7CF57-417E-C190-770A-E4D2324D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F6431180-27FA-3379-1EA6-A8CFF63EB0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057E9923-B5E0-2003-5030-63691E6543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1353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48DFA06E-EF03-80A0-A034-96FC68146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38AD6E36-DC80-E350-0FB6-9739421292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4AC4A1D7-AA6E-E1EE-E13E-64A90C2EE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5646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71FF7C4B-D071-EAFF-B907-0A4236310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FDEAF390-C4B8-2D77-E118-7C48F84D1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7C8E5A02-CFEA-3D04-6D63-CB05B6AE9E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9854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8D5898D4-3A31-EF8B-6BCD-5C54FDE96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D13D2A92-1259-77F1-CEBC-FDCF483B83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AE55E975-2CCA-C3C6-2275-8BD1B747D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2162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A651A226-C7E1-9E92-77E2-57EB51B57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6B49EDD2-FA63-262B-3BC4-F21A26EED3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A0ACBD59-3151-20CC-5F31-CF20ACD3A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914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E35CB906-B1C7-1EBE-8058-7B9F28563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74C03AAF-F486-7973-7E95-5875AA5881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2CF0D1AA-9EAF-88F1-05B6-E556B486D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7769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-695636" y="-720307"/>
            <a:ext cx="11018668" cy="6964573"/>
            <a:chOff x="-695636" y="-720307"/>
            <a:chExt cx="11018668" cy="6964573"/>
          </a:xfrm>
        </p:grpSpPr>
        <p:sp>
          <p:nvSpPr>
            <p:cNvPr id="12" name="Google Shape;12;p2"/>
            <p:cNvSpPr/>
            <p:nvPr/>
          </p:nvSpPr>
          <p:spPr>
            <a:xfrm>
              <a:off x="3727857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695636" y="-7203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250950" y="1774800"/>
            <a:ext cx="2642100" cy="97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250950" y="2628950"/>
            <a:ext cx="2642100" cy="62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658175" y="482778"/>
            <a:ext cx="7891816" cy="3672519"/>
            <a:chOff x="658175" y="482778"/>
            <a:chExt cx="7891816" cy="3672519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8421616" y="482778"/>
              <a:ext cx="128375" cy="603763"/>
              <a:chOff x="2766991" y="3156303"/>
              <a:chExt cx="128375" cy="603763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658175" y="3340316"/>
              <a:ext cx="128400" cy="814981"/>
              <a:chOff x="7185425" y="2022141"/>
              <a:chExt cx="128400" cy="814981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9" name="Google Shape;29;p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1442875" y="2400311"/>
            <a:ext cx="6258300" cy="8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1442925" y="3216311"/>
            <a:ext cx="62583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 hasCustomPrompt="1"/>
          </p:nvPr>
        </p:nvSpPr>
        <p:spPr>
          <a:xfrm>
            <a:off x="3753100" y="1378200"/>
            <a:ext cx="1637700" cy="9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3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35" name="Google Shape;35;p3"/>
          <p:cNvGrpSpPr/>
          <p:nvPr/>
        </p:nvGrpSpPr>
        <p:grpSpPr>
          <a:xfrm>
            <a:off x="-1229036" y="-699832"/>
            <a:ext cx="11238643" cy="6944098"/>
            <a:chOff x="-1229036" y="-699832"/>
            <a:chExt cx="11238643" cy="6944098"/>
          </a:xfrm>
        </p:grpSpPr>
        <p:sp>
          <p:nvSpPr>
            <p:cNvPr id="36" name="Google Shape;36;p3"/>
            <p:cNvSpPr/>
            <p:nvPr/>
          </p:nvSpPr>
          <p:spPr>
            <a:xfrm flipH="1">
              <a:off x="-1229036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5248702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593991" y="821453"/>
            <a:ext cx="8006884" cy="3400419"/>
            <a:chOff x="593991" y="821453"/>
            <a:chExt cx="8006884" cy="3400419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593991" y="821453"/>
              <a:ext cx="128375" cy="603763"/>
              <a:chOff x="2766991" y="3156303"/>
              <a:chExt cx="128375" cy="60376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8472475" y="3406891"/>
              <a:ext cx="128400" cy="814981"/>
              <a:chOff x="7185425" y="2022141"/>
              <a:chExt cx="128400" cy="814981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51" name="Google Shape;51;p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4" name="Google Shape;54;p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11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4"/>
          <p:cNvSpPr/>
          <p:nvPr/>
        </p:nvSpPr>
        <p:spPr>
          <a:xfrm flipH="1">
            <a:off x="6098714" y="-689007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" name="Google Shape;57;p4"/>
          <p:cNvGrpSpPr/>
          <p:nvPr/>
        </p:nvGrpSpPr>
        <p:grpSpPr>
          <a:xfrm rot="6380618">
            <a:off x="253216" y="4822852"/>
            <a:ext cx="831813" cy="682451"/>
            <a:chOff x="2500745" y="1139495"/>
            <a:chExt cx="831805" cy="682445"/>
          </a:xfrm>
        </p:grpSpPr>
        <p:sp>
          <p:nvSpPr>
            <p:cNvPr id="58" name="Google Shape;58;p4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3" name="Google Shape;63;p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1"/>
          </p:nvPr>
        </p:nvSpPr>
        <p:spPr>
          <a:xfrm>
            <a:off x="722425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2"/>
          </p:nvPr>
        </p:nvSpPr>
        <p:spPr>
          <a:xfrm>
            <a:off x="4807277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-123011" y="-343647"/>
            <a:ext cx="8937224" cy="5968174"/>
            <a:chOff x="-123011" y="-343647"/>
            <a:chExt cx="8937224" cy="5968174"/>
          </a:xfrm>
        </p:grpSpPr>
        <p:grpSp>
          <p:nvGrpSpPr>
            <p:cNvPr id="67" name="Google Shape;67;p5"/>
            <p:cNvGrpSpPr/>
            <p:nvPr/>
          </p:nvGrpSpPr>
          <p:grpSpPr>
            <a:xfrm rot="-5903704">
              <a:off x="8195138" y="-235959"/>
              <a:ext cx="649060" cy="499683"/>
              <a:chOff x="2601900" y="1240650"/>
              <a:chExt cx="649050" cy="499675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70" name="Google Shape;70;p5"/>
            <p:cNvGrpSpPr/>
            <p:nvPr/>
          </p:nvGrpSpPr>
          <p:grpSpPr>
            <a:xfrm rot="2976451">
              <a:off x="-9520" y="4745451"/>
              <a:ext cx="831779" cy="682424"/>
              <a:chOff x="2500745" y="1139495"/>
              <a:chExt cx="831805" cy="682445"/>
            </a:xfrm>
          </p:grpSpPr>
          <p:sp>
            <p:nvSpPr>
              <p:cNvPr id="71" name="Google Shape;71;p5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73" name="Google Shape;73;p5"/>
          <p:cNvGrpSpPr/>
          <p:nvPr/>
        </p:nvGrpSpPr>
        <p:grpSpPr>
          <a:xfrm rot="5400000">
            <a:off x="6026466" y="4484516"/>
            <a:ext cx="128375" cy="603763"/>
            <a:chOff x="2766991" y="3156303"/>
            <a:chExt cx="128375" cy="603763"/>
          </a:xfrm>
        </p:grpSpPr>
        <p:sp>
          <p:nvSpPr>
            <p:cNvPr id="74" name="Google Shape;74;p5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5"/>
          <p:cNvGrpSpPr/>
          <p:nvPr/>
        </p:nvGrpSpPr>
        <p:grpSpPr>
          <a:xfrm>
            <a:off x="-598216" y="-1546227"/>
            <a:ext cx="10826478" cy="9134726"/>
            <a:chOff x="-598216" y="-1546227"/>
            <a:chExt cx="10826478" cy="9134726"/>
          </a:xfrm>
        </p:grpSpPr>
        <p:sp>
          <p:nvSpPr>
            <p:cNvPr id="80" name="Google Shape;80;p5"/>
            <p:cNvSpPr/>
            <p:nvPr/>
          </p:nvSpPr>
          <p:spPr>
            <a:xfrm rot="-5400000" flipH="1">
              <a:off x="5558382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 rot="-5400000" flipH="1">
              <a:off x="-1986036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5" name="Google Shape;85;p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6" name="Google Shape;86;p6"/>
          <p:cNvGrpSpPr/>
          <p:nvPr/>
        </p:nvGrpSpPr>
        <p:grpSpPr>
          <a:xfrm rot="-8823410">
            <a:off x="-163718" y="382490"/>
            <a:ext cx="761431" cy="610569"/>
            <a:chOff x="7090625" y="862823"/>
            <a:chExt cx="761440" cy="610577"/>
          </a:xfrm>
        </p:grpSpPr>
        <p:sp>
          <p:nvSpPr>
            <p:cNvPr id="87" name="Google Shape;87;p6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90" name="Google Shape;90;p6"/>
          <p:cNvSpPr/>
          <p:nvPr/>
        </p:nvSpPr>
        <p:spPr>
          <a:xfrm>
            <a:off x="5653311" y="4235145"/>
            <a:ext cx="4431897" cy="1937700"/>
          </a:xfrm>
          <a:custGeom>
            <a:avLst/>
            <a:gdLst/>
            <a:ahLst/>
            <a:cxnLst/>
            <a:rect l="l" t="t" r="r" b="b"/>
            <a:pathLst>
              <a:path w="4431897" h="1937700" extrusionOk="0">
                <a:moveTo>
                  <a:pt x="4358143" y="716206"/>
                </a:moveTo>
                <a:cubicBezTo>
                  <a:pt x="4282148" y="488050"/>
                  <a:pt x="4144240" y="276560"/>
                  <a:pt x="3945752" y="141650"/>
                </a:cubicBezTo>
                <a:cubicBezTo>
                  <a:pt x="3712349" y="-17009"/>
                  <a:pt x="3390368" y="-53424"/>
                  <a:pt x="3140550" y="89153"/>
                </a:cubicBezTo>
                <a:cubicBezTo>
                  <a:pt x="2902648" y="224979"/>
                  <a:pt x="2747824" y="476967"/>
                  <a:pt x="2488173" y="579129"/>
                </a:cubicBezTo>
                <a:cubicBezTo>
                  <a:pt x="2243355" y="675457"/>
                  <a:pt x="1969288" y="599961"/>
                  <a:pt x="1711970" y="544963"/>
                </a:cubicBezTo>
                <a:cubicBezTo>
                  <a:pt x="1431321" y="485050"/>
                  <a:pt x="1136672" y="451218"/>
                  <a:pt x="859355" y="525048"/>
                </a:cubicBezTo>
                <a:cubicBezTo>
                  <a:pt x="578789" y="599711"/>
                  <a:pt x="330304" y="786202"/>
                  <a:pt x="177230" y="1032857"/>
                </a:cubicBezTo>
                <a:cubicBezTo>
                  <a:pt x="24156" y="1279595"/>
                  <a:pt x="-32507" y="1583663"/>
                  <a:pt x="17990" y="1869566"/>
                </a:cubicBezTo>
                <a:cubicBezTo>
                  <a:pt x="21740" y="1890898"/>
                  <a:pt x="27406" y="1914230"/>
                  <a:pt x="44988" y="1926897"/>
                </a:cubicBezTo>
                <a:cubicBezTo>
                  <a:pt x="60071" y="1937729"/>
                  <a:pt x="80070" y="1937896"/>
                  <a:pt x="98652" y="1937646"/>
                </a:cubicBezTo>
                <a:cubicBezTo>
                  <a:pt x="1370741" y="1920397"/>
                  <a:pt x="2642914" y="1903064"/>
                  <a:pt x="3915003" y="1885815"/>
                </a:cubicBezTo>
                <a:cubicBezTo>
                  <a:pt x="4007748" y="1884565"/>
                  <a:pt x="4104659" y="1882232"/>
                  <a:pt x="4186320" y="1838234"/>
                </a:cubicBezTo>
                <a:cubicBezTo>
                  <a:pt x="4307230" y="1772988"/>
                  <a:pt x="4365726" y="1632411"/>
                  <a:pt x="4396057" y="1498418"/>
                </a:cubicBezTo>
                <a:cubicBezTo>
                  <a:pt x="4451471" y="1253596"/>
                  <a:pt x="4442471" y="994442"/>
                  <a:pt x="4370143" y="754037"/>
                </a:cubicBezTo>
                <a:cubicBezTo>
                  <a:pt x="4366309" y="741371"/>
                  <a:pt x="4362310" y="728705"/>
                  <a:pt x="4358143" y="71603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4798875" y="539500"/>
            <a:ext cx="3622500" cy="9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4798875" y="1961975"/>
            <a:ext cx="3622500" cy="22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>
            <a:spLocks noGrp="1"/>
          </p:cNvSpPr>
          <p:nvPr>
            <p:ph type="pic" idx="2"/>
          </p:nvPr>
        </p:nvSpPr>
        <p:spPr>
          <a:xfrm>
            <a:off x="722375" y="894750"/>
            <a:ext cx="3354000" cy="33540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97" name="Google Shape;97;p7"/>
          <p:cNvGrpSpPr/>
          <p:nvPr/>
        </p:nvGrpSpPr>
        <p:grpSpPr>
          <a:xfrm>
            <a:off x="8520316" y="1791428"/>
            <a:ext cx="128375" cy="603763"/>
            <a:chOff x="2766991" y="3156303"/>
            <a:chExt cx="128375" cy="603763"/>
          </a:xfrm>
        </p:grpSpPr>
        <p:sp>
          <p:nvSpPr>
            <p:cNvPr id="98" name="Google Shape;98;p7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 rot="-7714864">
            <a:off x="8606949" y="286918"/>
            <a:ext cx="761414" cy="610556"/>
            <a:chOff x="7090625" y="862823"/>
            <a:chExt cx="761440" cy="610577"/>
          </a:xfrm>
        </p:grpSpPr>
        <p:sp>
          <p:nvSpPr>
            <p:cNvPr id="104" name="Google Shape;104;p7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07" name="Google Shape;107;p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2257200" y="1627075"/>
            <a:ext cx="4629600" cy="18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11" name="Google Shape;111;p8"/>
          <p:cNvGrpSpPr/>
          <p:nvPr/>
        </p:nvGrpSpPr>
        <p:grpSpPr>
          <a:xfrm>
            <a:off x="-1131616" y="-1546227"/>
            <a:ext cx="10826478" cy="9134726"/>
            <a:chOff x="-1131616" y="-1546227"/>
            <a:chExt cx="10826478" cy="9134726"/>
          </a:xfrm>
        </p:grpSpPr>
        <p:sp>
          <p:nvSpPr>
            <p:cNvPr id="112" name="Google Shape;112;p8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8"/>
          <p:cNvGrpSpPr/>
          <p:nvPr/>
        </p:nvGrpSpPr>
        <p:grpSpPr>
          <a:xfrm>
            <a:off x="658191" y="862816"/>
            <a:ext cx="7827634" cy="2648275"/>
            <a:chOff x="658191" y="862816"/>
            <a:chExt cx="7827634" cy="2648275"/>
          </a:xfrm>
        </p:grpSpPr>
        <p:grpSp>
          <p:nvGrpSpPr>
            <p:cNvPr id="115" name="Google Shape;115;p8"/>
            <p:cNvGrpSpPr/>
            <p:nvPr/>
          </p:nvGrpSpPr>
          <p:grpSpPr>
            <a:xfrm rot="10800000">
              <a:off x="658191" y="2907328"/>
              <a:ext cx="128375" cy="603763"/>
              <a:chOff x="2766991" y="3156303"/>
              <a:chExt cx="128375" cy="603763"/>
            </a:xfrm>
          </p:grpSpPr>
          <p:sp>
            <p:nvSpPr>
              <p:cNvPr id="116" name="Google Shape;116;p8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8"/>
            <p:cNvGrpSpPr/>
            <p:nvPr/>
          </p:nvGrpSpPr>
          <p:grpSpPr>
            <a:xfrm>
              <a:off x="8357425" y="862816"/>
              <a:ext cx="128400" cy="814981"/>
              <a:chOff x="7185425" y="2022141"/>
              <a:chExt cx="128400" cy="814981"/>
            </a:xfrm>
          </p:grpSpPr>
          <p:sp>
            <p:nvSpPr>
              <p:cNvPr id="122" name="Google Shape;122;p8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27" name="Google Shape;127;p8"/>
          <p:cNvGrpSpPr/>
          <p:nvPr/>
        </p:nvGrpSpPr>
        <p:grpSpPr>
          <a:xfrm rot="2700000">
            <a:off x="2671018" y="156297"/>
            <a:ext cx="649044" cy="499670"/>
            <a:chOff x="2601900" y="1240650"/>
            <a:chExt cx="649050" cy="499675"/>
          </a:xfrm>
        </p:grpSpPr>
        <p:sp>
          <p:nvSpPr>
            <p:cNvPr id="128" name="Google Shape;128;p8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30" name="Google Shape;130;p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2169175" y="1585950"/>
            <a:ext cx="4805700" cy="9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ubTitle" idx="1"/>
          </p:nvPr>
        </p:nvSpPr>
        <p:spPr>
          <a:xfrm>
            <a:off x="2169175" y="2489550"/>
            <a:ext cx="48057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5" name="Google Shape;135;p9"/>
          <p:cNvGrpSpPr/>
          <p:nvPr/>
        </p:nvGrpSpPr>
        <p:grpSpPr>
          <a:xfrm flipH="1">
            <a:off x="-674416" y="-1546227"/>
            <a:ext cx="10826478" cy="9134726"/>
            <a:chOff x="-1131616" y="-1546227"/>
            <a:chExt cx="10826478" cy="9134726"/>
          </a:xfrm>
        </p:grpSpPr>
        <p:sp>
          <p:nvSpPr>
            <p:cNvPr id="136" name="Google Shape;136;p9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9"/>
          <p:cNvGrpSpPr/>
          <p:nvPr/>
        </p:nvGrpSpPr>
        <p:grpSpPr>
          <a:xfrm>
            <a:off x="722372" y="329882"/>
            <a:ext cx="7186694" cy="4402490"/>
            <a:chOff x="722372" y="329882"/>
            <a:chExt cx="7186694" cy="4402490"/>
          </a:xfrm>
        </p:grpSpPr>
        <p:grpSp>
          <p:nvGrpSpPr>
            <p:cNvPr id="139" name="Google Shape;139;p9"/>
            <p:cNvGrpSpPr/>
            <p:nvPr/>
          </p:nvGrpSpPr>
          <p:grpSpPr>
            <a:xfrm rot="5400000">
              <a:off x="960066" y="4366303"/>
              <a:ext cx="128375" cy="603763"/>
              <a:chOff x="2766991" y="3156303"/>
              <a:chExt cx="128375" cy="603763"/>
            </a:xfrm>
          </p:grpSpPr>
          <p:sp>
            <p:nvSpPr>
              <p:cNvPr id="140" name="Google Shape;140;p9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" name="Google Shape;145;p9"/>
            <p:cNvGrpSpPr/>
            <p:nvPr/>
          </p:nvGrpSpPr>
          <p:grpSpPr>
            <a:xfrm rot="5400000">
              <a:off x="7437375" y="-13409"/>
              <a:ext cx="128400" cy="814981"/>
              <a:chOff x="7185425" y="2022141"/>
              <a:chExt cx="128400" cy="814981"/>
            </a:xfrm>
          </p:grpSpPr>
          <p:sp>
            <p:nvSpPr>
              <p:cNvPr id="146" name="Google Shape;146;p9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7" name="Google Shape;147;p9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151" name="Google Shape;151;p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722375" y="3602600"/>
            <a:ext cx="3970200" cy="1001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" name="Google Shape;158;p11"/>
          <p:cNvSpPr txBox="1">
            <a:spLocks noGrp="1"/>
          </p:cNvSpPr>
          <p:nvPr>
            <p:ph type="title" hasCustomPrompt="1"/>
          </p:nvPr>
        </p:nvSpPr>
        <p:spPr>
          <a:xfrm>
            <a:off x="1425924" y="1833800"/>
            <a:ext cx="6292200" cy="124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9" name="Google Shape;159;p11"/>
          <p:cNvSpPr txBox="1">
            <a:spLocks noGrp="1"/>
          </p:cNvSpPr>
          <p:nvPr>
            <p:ph type="subTitle" idx="1"/>
          </p:nvPr>
        </p:nvSpPr>
        <p:spPr>
          <a:xfrm>
            <a:off x="1425888" y="2835380"/>
            <a:ext cx="6292200" cy="4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0" name="Google Shape;160;p11"/>
          <p:cNvGrpSpPr/>
          <p:nvPr/>
        </p:nvGrpSpPr>
        <p:grpSpPr>
          <a:xfrm>
            <a:off x="491925" y="366422"/>
            <a:ext cx="7980548" cy="3206025"/>
            <a:chOff x="491925" y="366422"/>
            <a:chExt cx="7980548" cy="3206025"/>
          </a:xfrm>
        </p:grpSpPr>
        <p:grpSp>
          <p:nvGrpSpPr>
            <p:cNvPr id="161" name="Google Shape;161;p11"/>
            <p:cNvGrpSpPr/>
            <p:nvPr/>
          </p:nvGrpSpPr>
          <p:grpSpPr>
            <a:xfrm rot="-5400000">
              <a:off x="8106404" y="128728"/>
              <a:ext cx="128375" cy="603763"/>
              <a:chOff x="2766991" y="3156303"/>
              <a:chExt cx="128375" cy="603763"/>
            </a:xfrm>
          </p:grpSpPr>
          <p:sp>
            <p:nvSpPr>
              <p:cNvPr id="162" name="Google Shape;162;p1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" name="Google Shape;167;p11"/>
            <p:cNvGrpSpPr/>
            <p:nvPr/>
          </p:nvGrpSpPr>
          <p:grpSpPr>
            <a:xfrm>
              <a:off x="491925" y="2757466"/>
              <a:ext cx="128400" cy="814981"/>
              <a:chOff x="7185425" y="2022141"/>
              <a:chExt cx="128400" cy="814981"/>
            </a:xfrm>
          </p:grpSpPr>
          <p:sp>
            <p:nvSpPr>
              <p:cNvPr id="168" name="Google Shape;168;p1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0" name="Google Shape;170;p1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73" name="Google Shape;173;p11"/>
          <p:cNvGrpSpPr/>
          <p:nvPr/>
        </p:nvGrpSpPr>
        <p:grpSpPr>
          <a:xfrm>
            <a:off x="-1488811" y="-699832"/>
            <a:ext cx="12342693" cy="6954923"/>
            <a:chOff x="-1488811" y="-699832"/>
            <a:chExt cx="12342693" cy="6954923"/>
          </a:xfrm>
        </p:grpSpPr>
        <p:sp>
          <p:nvSpPr>
            <p:cNvPr id="174" name="Google Shape;174;p11"/>
            <p:cNvSpPr/>
            <p:nvPr/>
          </p:nvSpPr>
          <p:spPr>
            <a:xfrm>
              <a:off x="4258707" y="35105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-1488811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1" name="Google Shape;181;p1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title" idx="2" hasCustomPrompt="1"/>
          </p:nvPr>
        </p:nvSpPr>
        <p:spPr>
          <a:xfrm>
            <a:off x="821788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3" hasCustomPrompt="1"/>
          </p:nvPr>
        </p:nvSpPr>
        <p:spPr>
          <a:xfrm>
            <a:off x="4814263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>
            <a:spLocks noGrp="1"/>
          </p:cNvSpPr>
          <p:nvPr>
            <p:ph type="title" idx="4" hasCustomPrompt="1"/>
          </p:nvPr>
        </p:nvSpPr>
        <p:spPr>
          <a:xfrm>
            <a:off x="821788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5" hasCustomPrompt="1"/>
          </p:nvPr>
        </p:nvSpPr>
        <p:spPr>
          <a:xfrm>
            <a:off x="4814263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"/>
          </p:nvPr>
        </p:nvSpPr>
        <p:spPr>
          <a:xfrm>
            <a:off x="1638563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6"/>
          </p:nvPr>
        </p:nvSpPr>
        <p:spPr>
          <a:xfrm>
            <a:off x="5631187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7"/>
          </p:nvPr>
        </p:nvSpPr>
        <p:spPr>
          <a:xfrm>
            <a:off x="1638588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8"/>
          </p:nvPr>
        </p:nvSpPr>
        <p:spPr>
          <a:xfrm>
            <a:off x="5631212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9"/>
          </p:nvPr>
        </p:nvSpPr>
        <p:spPr>
          <a:xfrm>
            <a:off x="1638563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13"/>
          </p:nvPr>
        </p:nvSpPr>
        <p:spPr>
          <a:xfrm>
            <a:off x="5631187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14"/>
          </p:nvPr>
        </p:nvSpPr>
        <p:spPr>
          <a:xfrm>
            <a:off x="1638588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5"/>
          </p:nvPr>
        </p:nvSpPr>
        <p:spPr>
          <a:xfrm>
            <a:off x="5631212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13"/>
          <p:cNvGrpSpPr/>
          <p:nvPr/>
        </p:nvGrpSpPr>
        <p:grpSpPr>
          <a:xfrm>
            <a:off x="8654325" y="1740628"/>
            <a:ext cx="128400" cy="814981"/>
            <a:chOff x="7185425" y="2022141"/>
            <a:chExt cx="128400" cy="814981"/>
          </a:xfrm>
        </p:grpSpPr>
        <p:sp>
          <p:nvSpPr>
            <p:cNvPr id="195" name="Google Shape;195;p13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00" name="Google Shape;200;p13"/>
          <p:cNvGrpSpPr/>
          <p:nvPr/>
        </p:nvGrpSpPr>
        <p:grpSpPr>
          <a:xfrm>
            <a:off x="1967" y="382574"/>
            <a:ext cx="8804761" cy="4474188"/>
            <a:chOff x="1967" y="382574"/>
            <a:chExt cx="8804761" cy="4474188"/>
          </a:xfrm>
        </p:grpSpPr>
        <p:grpSp>
          <p:nvGrpSpPr>
            <p:cNvPr id="201" name="Google Shape;201;p13"/>
            <p:cNvGrpSpPr/>
            <p:nvPr/>
          </p:nvGrpSpPr>
          <p:grpSpPr>
            <a:xfrm rot="847845">
              <a:off x="53134" y="454232"/>
              <a:ext cx="648956" cy="499602"/>
              <a:chOff x="2601900" y="1240650"/>
              <a:chExt cx="649050" cy="499675"/>
            </a:xfrm>
          </p:grpSpPr>
          <p:sp>
            <p:nvSpPr>
              <p:cNvPr id="202" name="Google Shape;202;p13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04" name="Google Shape;204;p13"/>
            <p:cNvGrpSpPr/>
            <p:nvPr/>
          </p:nvGrpSpPr>
          <p:grpSpPr>
            <a:xfrm>
              <a:off x="8185775" y="4242988"/>
              <a:ext cx="620952" cy="613774"/>
              <a:chOff x="7090625" y="939100"/>
              <a:chExt cx="620952" cy="613774"/>
            </a:xfrm>
          </p:grpSpPr>
          <p:sp>
            <p:nvSpPr>
              <p:cNvPr id="205" name="Google Shape;205;p13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207" name="Google Shape;207;p13"/>
          <p:cNvGrpSpPr/>
          <p:nvPr/>
        </p:nvGrpSpPr>
        <p:grpSpPr>
          <a:xfrm>
            <a:off x="-1337211" y="-1198293"/>
            <a:ext cx="12845918" cy="7036451"/>
            <a:chOff x="-1337211" y="-1198293"/>
            <a:chExt cx="12845918" cy="7036451"/>
          </a:xfrm>
        </p:grpSpPr>
        <p:sp>
          <p:nvSpPr>
            <p:cNvPr id="208" name="Google Shape;208;p13"/>
            <p:cNvSpPr/>
            <p:nvPr/>
          </p:nvSpPr>
          <p:spPr>
            <a:xfrm rot="10800000" flipH="1">
              <a:off x="-1337211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 rot="10800000" flipH="1">
              <a:off x="4913532" y="-1198293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1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13" name="Google Shape;213;p1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-1446298" y="-687532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14"/>
          <p:cNvGrpSpPr/>
          <p:nvPr/>
        </p:nvGrpSpPr>
        <p:grpSpPr>
          <a:xfrm rot="10800000">
            <a:off x="8679416" y="1112203"/>
            <a:ext cx="128375" cy="603763"/>
            <a:chOff x="2766991" y="3156303"/>
            <a:chExt cx="128375" cy="603763"/>
          </a:xfrm>
        </p:grpSpPr>
        <p:sp>
          <p:nvSpPr>
            <p:cNvPr id="216" name="Google Shape;216;p14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4"/>
          <p:cNvGrpSpPr/>
          <p:nvPr/>
        </p:nvGrpSpPr>
        <p:grpSpPr>
          <a:xfrm rot="531566">
            <a:off x="75240" y="3895867"/>
            <a:ext cx="649005" cy="499640"/>
            <a:chOff x="2601900" y="1240650"/>
            <a:chExt cx="649050" cy="499675"/>
          </a:xfrm>
        </p:grpSpPr>
        <p:sp>
          <p:nvSpPr>
            <p:cNvPr id="222" name="Google Shape;222;p14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24" name="Google Shape;224;p1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7" name="Google Shape;227;p1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subTitle" idx="1"/>
          </p:nvPr>
        </p:nvSpPr>
        <p:spPr>
          <a:xfrm>
            <a:off x="1116813" y="2377625"/>
            <a:ext cx="2689500" cy="9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9" name="Google Shape;229;p15"/>
          <p:cNvGrpSpPr/>
          <p:nvPr/>
        </p:nvGrpSpPr>
        <p:grpSpPr>
          <a:xfrm rot="9538391">
            <a:off x="8283652" y="1238695"/>
            <a:ext cx="831794" cy="682436"/>
            <a:chOff x="2500745" y="1139495"/>
            <a:chExt cx="831805" cy="682445"/>
          </a:xfrm>
        </p:grpSpPr>
        <p:sp>
          <p:nvSpPr>
            <p:cNvPr id="230" name="Google Shape;230;p15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32" name="Google Shape;232;p15"/>
          <p:cNvGrpSpPr/>
          <p:nvPr/>
        </p:nvGrpSpPr>
        <p:grpSpPr>
          <a:xfrm>
            <a:off x="658175" y="3340316"/>
            <a:ext cx="128400" cy="814981"/>
            <a:chOff x="7185425" y="2022141"/>
            <a:chExt cx="128400" cy="814981"/>
          </a:xfrm>
        </p:grpSpPr>
        <p:sp>
          <p:nvSpPr>
            <p:cNvPr id="233" name="Google Shape;233;p15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38" name="Google Shape;238;p1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1" name="Google Shape;241;p1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6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43" name="Google Shape;243;p16"/>
          <p:cNvGrpSpPr/>
          <p:nvPr/>
        </p:nvGrpSpPr>
        <p:grpSpPr>
          <a:xfrm rot="10800000">
            <a:off x="8657016" y="583828"/>
            <a:ext cx="128375" cy="603763"/>
            <a:chOff x="2766991" y="3156303"/>
            <a:chExt cx="128375" cy="603763"/>
          </a:xfrm>
        </p:grpSpPr>
        <p:sp>
          <p:nvSpPr>
            <p:cNvPr id="244" name="Google Shape;244;p16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6"/>
          <p:cNvGrpSpPr/>
          <p:nvPr/>
        </p:nvGrpSpPr>
        <p:grpSpPr>
          <a:xfrm>
            <a:off x="434350" y="2939466"/>
            <a:ext cx="128400" cy="814981"/>
            <a:chOff x="7185425" y="2022141"/>
            <a:chExt cx="128400" cy="814981"/>
          </a:xfrm>
        </p:grpSpPr>
        <p:sp>
          <p:nvSpPr>
            <p:cNvPr id="250" name="Google Shape;250;p16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55" name="Google Shape;255;p16"/>
          <p:cNvSpPr/>
          <p:nvPr/>
        </p:nvSpPr>
        <p:spPr>
          <a:xfrm>
            <a:off x="5148125" y="3510475"/>
            <a:ext cx="6150001" cy="2559325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59" name="Google Shape;259;p1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1"/>
          </p:nvPr>
        </p:nvSpPr>
        <p:spPr>
          <a:xfrm>
            <a:off x="1442477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7"/>
          <p:cNvSpPr txBox="1">
            <a:spLocks noGrp="1"/>
          </p:cNvSpPr>
          <p:nvPr>
            <p:ph type="subTitle" idx="2"/>
          </p:nvPr>
        </p:nvSpPr>
        <p:spPr>
          <a:xfrm>
            <a:off x="5208823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17"/>
          <p:cNvSpPr txBox="1">
            <a:spLocks noGrp="1"/>
          </p:cNvSpPr>
          <p:nvPr>
            <p:ph type="subTitle" idx="3"/>
          </p:nvPr>
        </p:nvSpPr>
        <p:spPr>
          <a:xfrm>
            <a:off x="1442477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3" name="Google Shape;263;p17"/>
          <p:cNvSpPr txBox="1">
            <a:spLocks noGrp="1"/>
          </p:cNvSpPr>
          <p:nvPr>
            <p:ph type="subTitle" idx="4"/>
          </p:nvPr>
        </p:nvSpPr>
        <p:spPr>
          <a:xfrm>
            <a:off x="5208816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64" name="Google Shape;264;p17"/>
          <p:cNvGrpSpPr/>
          <p:nvPr/>
        </p:nvGrpSpPr>
        <p:grpSpPr>
          <a:xfrm>
            <a:off x="-1272121" y="-821279"/>
            <a:ext cx="11780928" cy="6659437"/>
            <a:chOff x="-1272121" y="-821279"/>
            <a:chExt cx="11780928" cy="6659437"/>
          </a:xfrm>
        </p:grpSpPr>
        <p:sp>
          <p:nvSpPr>
            <p:cNvPr id="265" name="Google Shape;265;p17"/>
            <p:cNvSpPr/>
            <p:nvPr/>
          </p:nvSpPr>
          <p:spPr>
            <a:xfrm rot="10800000">
              <a:off x="5747902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7"/>
            <p:cNvSpPr/>
            <p:nvPr/>
          </p:nvSpPr>
          <p:spPr>
            <a:xfrm rot="10800000">
              <a:off x="-1272121" y="-821279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17"/>
          <p:cNvGrpSpPr/>
          <p:nvPr/>
        </p:nvGrpSpPr>
        <p:grpSpPr>
          <a:xfrm>
            <a:off x="355600" y="3191466"/>
            <a:ext cx="128400" cy="814981"/>
            <a:chOff x="7185425" y="2022141"/>
            <a:chExt cx="128400" cy="814981"/>
          </a:xfrm>
        </p:grpSpPr>
        <p:sp>
          <p:nvSpPr>
            <p:cNvPr id="268" name="Google Shape;268;p17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73" name="Google Shape;273;p17"/>
          <p:cNvGrpSpPr/>
          <p:nvPr/>
        </p:nvGrpSpPr>
        <p:grpSpPr>
          <a:xfrm>
            <a:off x="78441" y="858950"/>
            <a:ext cx="9065549" cy="1069170"/>
            <a:chOff x="78441" y="858950"/>
            <a:chExt cx="9065549" cy="1069170"/>
          </a:xfrm>
        </p:grpSpPr>
        <p:grpSp>
          <p:nvGrpSpPr>
            <p:cNvPr id="274" name="Google Shape;274;p17"/>
            <p:cNvGrpSpPr/>
            <p:nvPr/>
          </p:nvGrpSpPr>
          <p:grpSpPr>
            <a:xfrm rot="7956773">
              <a:off x="8415926" y="1270340"/>
              <a:ext cx="649010" cy="499644"/>
              <a:chOff x="2601900" y="1240650"/>
              <a:chExt cx="649050" cy="499675"/>
            </a:xfrm>
          </p:grpSpPr>
          <p:sp>
            <p:nvSpPr>
              <p:cNvPr id="275" name="Google Shape;275;p17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6" name="Google Shape;276;p17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77" name="Google Shape;277;p17"/>
            <p:cNvGrpSpPr/>
            <p:nvPr/>
          </p:nvGrpSpPr>
          <p:grpSpPr>
            <a:xfrm>
              <a:off x="78441" y="858950"/>
              <a:ext cx="620952" cy="613774"/>
              <a:chOff x="7090625" y="939100"/>
              <a:chExt cx="620952" cy="613774"/>
            </a:xfrm>
          </p:grpSpPr>
          <p:sp>
            <p:nvSpPr>
              <p:cNvPr id="278" name="Google Shape;278;p17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9" name="Google Shape;279;p17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80" name="Google Shape;280;p1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83" name="Google Shape;283;p18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18"/>
          <p:cNvSpPr txBox="1">
            <a:spLocks noGrp="1"/>
          </p:cNvSpPr>
          <p:nvPr>
            <p:ph type="subTitle" idx="1"/>
          </p:nvPr>
        </p:nvSpPr>
        <p:spPr>
          <a:xfrm>
            <a:off x="722399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8"/>
          <p:cNvSpPr txBox="1">
            <a:spLocks noGrp="1"/>
          </p:cNvSpPr>
          <p:nvPr>
            <p:ph type="subTitle" idx="2"/>
          </p:nvPr>
        </p:nvSpPr>
        <p:spPr>
          <a:xfrm>
            <a:off x="3394055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8"/>
          <p:cNvSpPr txBox="1">
            <a:spLocks noGrp="1"/>
          </p:cNvSpPr>
          <p:nvPr>
            <p:ph type="subTitle" idx="3"/>
          </p:nvPr>
        </p:nvSpPr>
        <p:spPr>
          <a:xfrm>
            <a:off x="722399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7" name="Google Shape;287;p18"/>
          <p:cNvSpPr txBox="1">
            <a:spLocks noGrp="1"/>
          </p:cNvSpPr>
          <p:nvPr>
            <p:ph type="subTitle" idx="4"/>
          </p:nvPr>
        </p:nvSpPr>
        <p:spPr>
          <a:xfrm>
            <a:off x="3394045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8" name="Google Shape;288;p18"/>
          <p:cNvSpPr txBox="1">
            <a:spLocks noGrp="1"/>
          </p:cNvSpPr>
          <p:nvPr>
            <p:ph type="subTitle" idx="5"/>
          </p:nvPr>
        </p:nvSpPr>
        <p:spPr>
          <a:xfrm>
            <a:off x="6065701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18"/>
          <p:cNvSpPr txBox="1">
            <a:spLocks noGrp="1"/>
          </p:cNvSpPr>
          <p:nvPr>
            <p:ph type="subTitle" idx="6"/>
          </p:nvPr>
        </p:nvSpPr>
        <p:spPr>
          <a:xfrm>
            <a:off x="6065687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90" name="Google Shape;290;p18"/>
          <p:cNvGrpSpPr/>
          <p:nvPr/>
        </p:nvGrpSpPr>
        <p:grpSpPr>
          <a:xfrm rot="5400000">
            <a:off x="1836191" y="41028"/>
            <a:ext cx="128375" cy="603763"/>
            <a:chOff x="2766991" y="3156303"/>
            <a:chExt cx="128375" cy="603763"/>
          </a:xfrm>
        </p:grpSpPr>
        <p:sp>
          <p:nvSpPr>
            <p:cNvPr id="291" name="Google Shape;291;p18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8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8"/>
          <p:cNvGrpSpPr/>
          <p:nvPr/>
        </p:nvGrpSpPr>
        <p:grpSpPr>
          <a:xfrm>
            <a:off x="-1801534" y="-717379"/>
            <a:ext cx="12156541" cy="6520912"/>
            <a:chOff x="-1801534" y="-717379"/>
            <a:chExt cx="12156541" cy="6520912"/>
          </a:xfrm>
        </p:grpSpPr>
        <p:sp>
          <p:nvSpPr>
            <p:cNvPr id="297" name="Google Shape;297;p18"/>
            <p:cNvSpPr/>
            <p:nvPr/>
          </p:nvSpPr>
          <p:spPr>
            <a:xfrm flipH="1">
              <a:off x="5594102" y="-717379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8"/>
            <p:cNvSpPr/>
            <p:nvPr/>
          </p:nvSpPr>
          <p:spPr>
            <a:xfrm flipH="1">
              <a:off x="-1801534" y="3751956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8"/>
          <p:cNvGrpSpPr/>
          <p:nvPr/>
        </p:nvGrpSpPr>
        <p:grpSpPr>
          <a:xfrm>
            <a:off x="228148" y="703999"/>
            <a:ext cx="9018884" cy="4057537"/>
            <a:chOff x="228148" y="703999"/>
            <a:chExt cx="9018884" cy="4057537"/>
          </a:xfrm>
        </p:grpSpPr>
        <p:grpSp>
          <p:nvGrpSpPr>
            <p:cNvPr id="300" name="Google Shape;300;p18"/>
            <p:cNvGrpSpPr/>
            <p:nvPr/>
          </p:nvGrpSpPr>
          <p:grpSpPr>
            <a:xfrm rot="-5903704">
              <a:off x="198163" y="4154166"/>
              <a:ext cx="649060" cy="499683"/>
              <a:chOff x="2601900" y="1240650"/>
              <a:chExt cx="649050" cy="499675"/>
            </a:xfrm>
          </p:grpSpPr>
          <p:sp>
            <p:nvSpPr>
              <p:cNvPr id="301" name="Google Shape;301;p18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2" name="Google Shape;302;p18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03" name="Google Shape;303;p18"/>
            <p:cNvGrpSpPr/>
            <p:nvPr/>
          </p:nvGrpSpPr>
          <p:grpSpPr>
            <a:xfrm rot="7203583">
              <a:off x="8327478" y="893660"/>
              <a:ext cx="831801" cy="682442"/>
              <a:chOff x="2500745" y="1139495"/>
              <a:chExt cx="831805" cy="682445"/>
            </a:xfrm>
          </p:grpSpPr>
          <p:sp>
            <p:nvSpPr>
              <p:cNvPr id="304" name="Google Shape;304;p18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5" name="Google Shape;305;p18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06" name="Google Shape;306;p1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09" name="Google Shape;309;p19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19"/>
          <p:cNvSpPr txBox="1">
            <a:spLocks noGrp="1"/>
          </p:cNvSpPr>
          <p:nvPr>
            <p:ph type="subTitle" idx="1"/>
          </p:nvPr>
        </p:nvSpPr>
        <p:spPr>
          <a:xfrm>
            <a:off x="7224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subTitle" idx="2"/>
          </p:nvPr>
        </p:nvSpPr>
        <p:spPr>
          <a:xfrm>
            <a:off x="3348606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19"/>
          <p:cNvSpPr txBox="1">
            <a:spLocks noGrp="1"/>
          </p:cNvSpPr>
          <p:nvPr>
            <p:ph type="subTitle" idx="3"/>
          </p:nvPr>
        </p:nvSpPr>
        <p:spPr>
          <a:xfrm>
            <a:off x="722400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3" name="Google Shape;313;p19"/>
          <p:cNvSpPr txBox="1">
            <a:spLocks noGrp="1"/>
          </p:cNvSpPr>
          <p:nvPr>
            <p:ph type="subTitle" idx="4"/>
          </p:nvPr>
        </p:nvSpPr>
        <p:spPr>
          <a:xfrm>
            <a:off x="3348594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4" name="Google Shape;314;p19"/>
          <p:cNvSpPr txBox="1">
            <a:spLocks noGrp="1"/>
          </p:cNvSpPr>
          <p:nvPr>
            <p:ph type="subTitle" idx="5"/>
          </p:nvPr>
        </p:nvSpPr>
        <p:spPr>
          <a:xfrm>
            <a:off x="59748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9"/>
          <p:cNvSpPr txBox="1">
            <a:spLocks noGrp="1"/>
          </p:cNvSpPr>
          <p:nvPr>
            <p:ph type="subTitle" idx="6"/>
          </p:nvPr>
        </p:nvSpPr>
        <p:spPr>
          <a:xfrm>
            <a:off x="5974782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6" name="Google Shape;316;p19"/>
          <p:cNvSpPr txBox="1">
            <a:spLocks noGrp="1"/>
          </p:cNvSpPr>
          <p:nvPr>
            <p:ph type="subTitle" idx="7"/>
          </p:nvPr>
        </p:nvSpPr>
        <p:spPr>
          <a:xfrm>
            <a:off x="722400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9"/>
          <p:cNvSpPr txBox="1">
            <a:spLocks noGrp="1"/>
          </p:cNvSpPr>
          <p:nvPr>
            <p:ph type="subTitle" idx="8"/>
          </p:nvPr>
        </p:nvSpPr>
        <p:spPr>
          <a:xfrm>
            <a:off x="3348606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subTitle" idx="9"/>
          </p:nvPr>
        </p:nvSpPr>
        <p:spPr>
          <a:xfrm>
            <a:off x="722400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9" name="Google Shape;319;p19"/>
          <p:cNvSpPr txBox="1">
            <a:spLocks noGrp="1"/>
          </p:cNvSpPr>
          <p:nvPr>
            <p:ph type="subTitle" idx="13"/>
          </p:nvPr>
        </p:nvSpPr>
        <p:spPr>
          <a:xfrm>
            <a:off x="3348594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0" name="Google Shape;320;p19"/>
          <p:cNvSpPr txBox="1">
            <a:spLocks noGrp="1"/>
          </p:cNvSpPr>
          <p:nvPr>
            <p:ph type="subTitle" idx="14"/>
          </p:nvPr>
        </p:nvSpPr>
        <p:spPr>
          <a:xfrm>
            <a:off x="5974799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9"/>
          <p:cNvSpPr txBox="1">
            <a:spLocks noGrp="1"/>
          </p:cNvSpPr>
          <p:nvPr>
            <p:ph type="subTitle" idx="15"/>
          </p:nvPr>
        </p:nvSpPr>
        <p:spPr>
          <a:xfrm>
            <a:off x="5974782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2" name="Google Shape;322;p19"/>
          <p:cNvSpPr/>
          <p:nvPr/>
        </p:nvSpPr>
        <p:spPr>
          <a:xfrm rot="10800000">
            <a:off x="-1581346" y="-682891"/>
            <a:ext cx="4929893" cy="2051577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19"/>
          <p:cNvGrpSpPr/>
          <p:nvPr/>
        </p:nvGrpSpPr>
        <p:grpSpPr>
          <a:xfrm rot="1293401">
            <a:off x="-236033" y="4230231"/>
            <a:ext cx="761396" cy="610541"/>
            <a:chOff x="7090625" y="862823"/>
            <a:chExt cx="761440" cy="610577"/>
          </a:xfrm>
        </p:grpSpPr>
        <p:sp>
          <p:nvSpPr>
            <p:cNvPr id="324" name="Google Shape;324;p19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27" name="Google Shape;327;p19"/>
          <p:cNvGrpSpPr/>
          <p:nvPr/>
        </p:nvGrpSpPr>
        <p:grpSpPr>
          <a:xfrm>
            <a:off x="8600950" y="2326466"/>
            <a:ext cx="128400" cy="814981"/>
            <a:chOff x="7185425" y="2022141"/>
            <a:chExt cx="128400" cy="814981"/>
          </a:xfrm>
        </p:grpSpPr>
        <p:sp>
          <p:nvSpPr>
            <p:cNvPr id="328" name="Google Shape;328;p19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333" name="Google Shape;333;p1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5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36" name="Google Shape;336;p20"/>
          <p:cNvSpPr txBox="1">
            <a:spLocks noGrp="1"/>
          </p:cNvSpPr>
          <p:nvPr>
            <p:ph type="subTitle" idx="1"/>
          </p:nvPr>
        </p:nvSpPr>
        <p:spPr>
          <a:xfrm>
            <a:off x="2574038" y="182438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0"/>
          <p:cNvSpPr txBox="1">
            <a:spLocks noGrp="1"/>
          </p:cNvSpPr>
          <p:nvPr>
            <p:ph type="title" hasCustomPrompt="1"/>
          </p:nvPr>
        </p:nvSpPr>
        <p:spPr>
          <a:xfrm>
            <a:off x="2574263" y="1135550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8" name="Google Shape;338;p20"/>
          <p:cNvSpPr txBox="1">
            <a:spLocks noGrp="1"/>
          </p:cNvSpPr>
          <p:nvPr>
            <p:ph type="subTitle" idx="2"/>
          </p:nvPr>
        </p:nvSpPr>
        <p:spPr>
          <a:xfrm>
            <a:off x="2574038" y="364823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0"/>
          <p:cNvSpPr txBox="1">
            <a:spLocks noGrp="1"/>
          </p:cNvSpPr>
          <p:nvPr>
            <p:ph type="title" idx="3" hasCustomPrompt="1"/>
          </p:nvPr>
        </p:nvSpPr>
        <p:spPr>
          <a:xfrm>
            <a:off x="2574263" y="2959475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340" name="Google Shape;340;p20"/>
          <p:cNvGrpSpPr/>
          <p:nvPr/>
        </p:nvGrpSpPr>
        <p:grpSpPr>
          <a:xfrm>
            <a:off x="-2088336" y="-741482"/>
            <a:ext cx="12520068" cy="7080173"/>
            <a:chOff x="-2088336" y="-741482"/>
            <a:chExt cx="12520068" cy="7080173"/>
          </a:xfrm>
        </p:grpSpPr>
        <p:sp>
          <p:nvSpPr>
            <p:cNvPr id="341" name="Google Shape;341;p20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0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20"/>
          <p:cNvGrpSpPr/>
          <p:nvPr/>
        </p:nvGrpSpPr>
        <p:grpSpPr>
          <a:xfrm>
            <a:off x="347734" y="387819"/>
            <a:ext cx="8319357" cy="3309047"/>
            <a:chOff x="347734" y="387819"/>
            <a:chExt cx="8319357" cy="3309047"/>
          </a:xfrm>
        </p:grpSpPr>
        <p:grpSp>
          <p:nvGrpSpPr>
            <p:cNvPr id="344" name="Google Shape;344;p20"/>
            <p:cNvGrpSpPr/>
            <p:nvPr/>
          </p:nvGrpSpPr>
          <p:grpSpPr>
            <a:xfrm>
              <a:off x="8538716" y="3093103"/>
              <a:ext cx="128375" cy="603763"/>
              <a:chOff x="2766991" y="3156303"/>
              <a:chExt cx="128375" cy="603763"/>
            </a:xfrm>
          </p:grpSpPr>
          <p:sp>
            <p:nvSpPr>
              <p:cNvPr id="345" name="Google Shape;345;p20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20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20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20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20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" name="Google Shape;350;p20"/>
            <p:cNvGrpSpPr/>
            <p:nvPr/>
          </p:nvGrpSpPr>
          <p:grpSpPr>
            <a:xfrm rot="5400000">
              <a:off x="691025" y="44528"/>
              <a:ext cx="128400" cy="814981"/>
              <a:chOff x="7185425" y="2022141"/>
              <a:chExt cx="128400" cy="814981"/>
            </a:xfrm>
          </p:grpSpPr>
          <p:sp>
            <p:nvSpPr>
              <p:cNvPr id="351" name="Google Shape;351;p20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2" name="Google Shape;352;p20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56" name="Google Shape;356;p2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59" name="Google Shape;359;p21"/>
          <p:cNvSpPr txBox="1">
            <a:spLocks noGrp="1"/>
          </p:cNvSpPr>
          <p:nvPr>
            <p:ph type="ctrTitle"/>
          </p:nvPr>
        </p:nvSpPr>
        <p:spPr>
          <a:xfrm>
            <a:off x="2849550" y="863950"/>
            <a:ext cx="3444900" cy="85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60" name="Google Shape;360;p21"/>
          <p:cNvSpPr txBox="1">
            <a:spLocks noGrp="1"/>
          </p:cNvSpPr>
          <p:nvPr>
            <p:ph type="subTitle" idx="1"/>
          </p:nvPr>
        </p:nvSpPr>
        <p:spPr>
          <a:xfrm>
            <a:off x="2849550" y="1558625"/>
            <a:ext cx="34449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61" name="Google Shape;361;p21"/>
          <p:cNvGrpSpPr/>
          <p:nvPr/>
        </p:nvGrpSpPr>
        <p:grpSpPr>
          <a:xfrm>
            <a:off x="-809936" y="-605532"/>
            <a:ext cx="11328762" cy="6837682"/>
            <a:chOff x="-809936" y="-605532"/>
            <a:chExt cx="11328762" cy="6837682"/>
          </a:xfrm>
        </p:grpSpPr>
        <p:sp>
          <p:nvSpPr>
            <p:cNvPr id="362" name="Google Shape;362;p21"/>
            <p:cNvSpPr/>
            <p:nvPr/>
          </p:nvSpPr>
          <p:spPr>
            <a:xfrm>
              <a:off x="4368825" y="3672825"/>
              <a:ext cx="6150001" cy="2559325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-809936" y="-6055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4" name="Google Shape;364;p21"/>
          <p:cNvGrpSpPr/>
          <p:nvPr/>
        </p:nvGrpSpPr>
        <p:grpSpPr>
          <a:xfrm rot="990298">
            <a:off x="5104916" y="178236"/>
            <a:ext cx="649053" cy="499678"/>
            <a:chOff x="2601900" y="1240650"/>
            <a:chExt cx="649050" cy="499675"/>
          </a:xfrm>
        </p:grpSpPr>
        <p:sp>
          <p:nvSpPr>
            <p:cNvPr id="365" name="Google Shape;365;p21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67" name="Google Shape;367;p21"/>
          <p:cNvGrpSpPr/>
          <p:nvPr/>
        </p:nvGrpSpPr>
        <p:grpSpPr>
          <a:xfrm>
            <a:off x="658191" y="1424116"/>
            <a:ext cx="7827634" cy="1157300"/>
            <a:chOff x="658191" y="1424116"/>
            <a:chExt cx="7827634" cy="1157300"/>
          </a:xfrm>
        </p:grpSpPr>
        <p:grpSp>
          <p:nvGrpSpPr>
            <p:cNvPr id="368" name="Google Shape;368;p21"/>
            <p:cNvGrpSpPr/>
            <p:nvPr/>
          </p:nvGrpSpPr>
          <p:grpSpPr>
            <a:xfrm>
              <a:off x="8357425" y="1424116"/>
              <a:ext cx="128400" cy="814981"/>
              <a:chOff x="7185425" y="2022141"/>
              <a:chExt cx="128400" cy="814981"/>
            </a:xfrm>
          </p:grpSpPr>
          <p:sp>
            <p:nvSpPr>
              <p:cNvPr id="369" name="Google Shape;369;p2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0" name="Google Shape;370;p2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1" name="Google Shape;371;p2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2" name="Google Shape;372;p2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74" name="Google Shape;374;p21"/>
            <p:cNvGrpSpPr/>
            <p:nvPr/>
          </p:nvGrpSpPr>
          <p:grpSpPr>
            <a:xfrm rot="10800000">
              <a:off x="658191" y="1977653"/>
              <a:ext cx="128375" cy="603763"/>
              <a:chOff x="2766991" y="3156303"/>
              <a:chExt cx="128375" cy="603763"/>
            </a:xfrm>
          </p:grpSpPr>
          <p:sp>
            <p:nvSpPr>
              <p:cNvPr id="375" name="Google Shape;375;p2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0" name="Google Shape;380;p21"/>
          <p:cNvSpPr txBox="1"/>
          <p:nvPr/>
        </p:nvSpPr>
        <p:spPr>
          <a:xfrm>
            <a:off x="3118350" y="3368021"/>
            <a:ext cx="2907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CREDITS: This presentation template was created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including icons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ko" sz="10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and infographics &amp; images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81" name="Google Shape;381;p2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84" name="Google Shape;384;p22"/>
          <p:cNvGrpSpPr/>
          <p:nvPr/>
        </p:nvGrpSpPr>
        <p:grpSpPr>
          <a:xfrm flipH="1">
            <a:off x="-1250136" y="-741482"/>
            <a:ext cx="12520068" cy="7080173"/>
            <a:chOff x="-2088336" y="-741482"/>
            <a:chExt cx="12520068" cy="7080173"/>
          </a:xfrm>
        </p:grpSpPr>
        <p:sp>
          <p:nvSpPr>
            <p:cNvPr id="385" name="Google Shape;385;p22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2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22"/>
          <p:cNvGrpSpPr/>
          <p:nvPr/>
        </p:nvGrpSpPr>
        <p:grpSpPr>
          <a:xfrm>
            <a:off x="412841" y="626741"/>
            <a:ext cx="8327109" cy="3637050"/>
            <a:chOff x="412841" y="626741"/>
            <a:chExt cx="8327109" cy="3637050"/>
          </a:xfrm>
        </p:grpSpPr>
        <p:grpSp>
          <p:nvGrpSpPr>
            <p:cNvPr id="388" name="Google Shape;388;p22"/>
            <p:cNvGrpSpPr/>
            <p:nvPr/>
          </p:nvGrpSpPr>
          <p:grpSpPr>
            <a:xfrm>
              <a:off x="8611550" y="626741"/>
              <a:ext cx="128400" cy="814981"/>
              <a:chOff x="7185425" y="2022141"/>
              <a:chExt cx="128400" cy="814981"/>
            </a:xfrm>
          </p:grpSpPr>
          <p:sp>
            <p:nvSpPr>
              <p:cNvPr id="389" name="Google Shape;389;p2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0" name="Google Shape;390;p2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1" name="Google Shape;391;p2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2" name="Google Shape;392;p2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3" name="Google Shape;393;p2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94" name="Google Shape;394;p22"/>
            <p:cNvGrpSpPr/>
            <p:nvPr/>
          </p:nvGrpSpPr>
          <p:grpSpPr>
            <a:xfrm rot="10800000">
              <a:off x="412841" y="3660028"/>
              <a:ext cx="128375" cy="603763"/>
              <a:chOff x="2766991" y="3156303"/>
              <a:chExt cx="128375" cy="603763"/>
            </a:xfrm>
          </p:grpSpPr>
          <p:sp>
            <p:nvSpPr>
              <p:cNvPr id="395" name="Google Shape;395;p2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2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2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2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2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0" name="Google Shape;400;p22"/>
          <p:cNvGrpSpPr/>
          <p:nvPr/>
        </p:nvGrpSpPr>
        <p:grpSpPr>
          <a:xfrm>
            <a:off x="604275" y="-4"/>
            <a:ext cx="7485713" cy="4705940"/>
            <a:chOff x="604275" y="-4"/>
            <a:chExt cx="7485713" cy="4705940"/>
          </a:xfrm>
        </p:grpSpPr>
        <p:grpSp>
          <p:nvGrpSpPr>
            <p:cNvPr id="401" name="Google Shape;401;p22"/>
            <p:cNvGrpSpPr/>
            <p:nvPr/>
          </p:nvGrpSpPr>
          <p:grpSpPr>
            <a:xfrm rot="4190498">
              <a:off x="6913574" y="157307"/>
              <a:ext cx="761405" cy="610548"/>
              <a:chOff x="7090625" y="862823"/>
              <a:chExt cx="761440" cy="610577"/>
            </a:xfrm>
          </p:grpSpPr>
          <p:sp>
            <p:nvSpPr>
              <p:cNvPr id="402" name="Google Shape;402;p22"/>
              <p:cNvSpPr/>
              <p:nvPr/>
            </p:nvSpPr>
            <p:spPr>
              <a:xfrm>
                <a:off x="7463265" y="862823"/>
                <a:ext cx="388800" cy="38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3" name="Google Shape;403;p22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4" name="Google Shape;404;p22"/>
              <p:cNvSpPr/>
              <p:nvPr/>
            </p:nvSpPr>
            <p:spPr>
              <a:xfrm>
                <a:off x="7534602" y="934149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5" name="Google Shape;405;p22"/>
            <p:cNvGrpSpPr/>
            <p:nvPr/>
          </p:nvGrpSpPr>
          <p:grpSpPr>
            <a:xfrm rot="-5903704">
              <a:off x="7470913" y="4098566"/>
              <a:ext cx="649060" cy="499683"/>
              <a:chOff x="2601900" y="1240650"/>
              <a:chExt cx="649050" cy="499675"/>
            </a:xfrm>
          </p:grpSpPr>
          <p:sp>
            <p:nvSpPr>
              <p:cNvPr id="406" name="Google Shape;406;p22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7" name="Google Shape;407;p22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8" name="Google Shape;408;p22"/>
            <p:cNvGrpSpPr/>
            <p:nvPr/>
          </p:nvGrpSpPr>
          <p:grpSpPr>
            <a:xfrm rot="7203583">
              <a:off x="692028" y="529835"/>
              <a:ext cx="831801" cy="682442"/>
              <a:chOff x="2500745" y="1139495"/>
              <a:chExt cx="831805" cy="682445"/>
            </a:xfrm>
          </p:grpSpPr>
          <p:sp>
            <p:nvSpPr>
              <p:cNvPr id="409" name="Google Shape;409;p22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10" name="Google Shape;410;p22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411" name="Google Shape;411;p2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_1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14" name="Google Shape;414;p23"/>
          <p:cNvGrpSpPr/>
          <p:nvPr/>
        </p:nvGrpSpPr>
        <p:grpSpPr>
          <a:xfrm>
            <a:off x="-1201716" y="-1546227"/>
            <a:ext cx="10972778" cy="9003301"/>
            <a:chOff x="-1201716" y="-1546227"/>
            <a:chExt cx="10972778" cy="9003301"/>
          </a:xfrm>
        </p:grpSpPr>
        <p:sp>
          <p:nvSpPr>
            <p:cNvPr id="415" name="Google Shape;415;p23"/>
            <p:cNvSpPr/>
            <p:nvPr/>
          </p:nvSpPr>
          <p:spPr>
            <a:xfrm rot="5400000">
              <a:off x="-3127012" y="2787195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3"/>
            <p:cNvSpPr/>
            <p:nvPr/>
          </p:nvSpPr>
          <p:spPr>
            <a:xfrm rot="5400000">
              <a:off x="63979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23"/>
          <p:cNvGrpSpPr/>
          <p:nvPr/>
        </p:nvGrpSpPr>
        <p:grpSpPr>
          <a:xfrm>
            <a:off x="593975" y="1354041"/>
            <a:ext cx="7827660" cy="3378331"/>
            <a:chOff x="593975" y="1354041"/>
            <a:chExt cx="7827660" cy="3378331"/>
          </a:xfrm>
        </p:grpSpPr>
        <p:grpSp>
          <p:nvGrpSpPr>
            <p:cNvPr id="418" name="Google Shape;418;p23"/>
            <p:cNvGrpSpPr/>
            <p:nvPr/>
          </p:nvGrpSpPr>
          <p:grpSpPr>
            <a:xfrm>
              <a:off x="593975" y="1354041"/>
              <a:ext cx="128400" cy="814981"/>
              <a:chOff x="7185425" y="2022141"/>
              <a:chExt cx="128400" cy="814981"/>
            </a:xfrm>
          </p:grpSpPr>
          <p:sp>
            <p:nvSpPr>
              <p:cNvPr id="419" name="Google Shape;419;p2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0" name="Google Shape;420;p2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1" name="Google Shape;421;p2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2" name="Google Shape;422;p2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3" name="Google Shape;423;p2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24" name="Google Shape;424;p23"/>
            <p:cNvGrpSpPr/>
            <p:nvPr/>
          </p:nvGrpSpPr>
          <p:grpSpPr>
            <a:xfrm rot="5400000">
              <a:off x="8055566" y="4366303"/>
              <a:ext cx="128375" cy="603763"/>
              <a:chOff x="2766991" y="3156303"/>
              <a:chExt cx="128375" cy="603763"/>
            </a:xfrm>
          </p:grpSpPr>
          <p:sp>
            <p:nvSpPr>
              <p:cNvPr id="425" name="Google Shape;425;p2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2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2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2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2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0" name="Google Shape;430;p2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/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ctr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 dirty="0"/>
              <a:t>DFS</a:t>
            </a:r>
            <a:r>
              <a:rPr lang="ko-KR" altLang="en-US" dirty="0"/>
              <a:t>와 </a:t>
            </a:r>
            <a:r>
              <a:rPr lang="en-US" altLang="ko-KR" dirty="0"/>
              <a:t>BFS (</a:t>
            </a:r>
            <a:r>
              <a:rPr lang="ko-KR" altLang="en-US" dirty="0"/>
              <a:t>백준</a:t>
            </a:r>
            <a:r>
              <a:rPr lang="en-US" altLang="ko-KR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6084E073-4A37-035C-EF5B-0274942CE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C9008A0F-5BCE-AA40-3DBF-60B0410A1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 algn="ctr" rtl="0"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2. </a:t>
            </a:r>
            <a:r>
              <a:rPr lang="ko-KR" altLang="en-US" dirty="0"/>
              <a:t>숨바꼭질 </a:t>
            </a:r>
            <a:r>
              <a:rPr lang="en-US" altLang="ko-KR" dirty="0"/>
              <a:t>(</a:t>
            </a:r>
            <a:r>
              <a:rPr lang="ko-KR" altLang="en-US" dirty="0"/>
              <a:t>백준</a:t>
            </a:r>
            <a:r>
              <a:rPr lang="en-US" altLang="ko-KR" dirty="0"/>
              <a:t>, BFS </a:t>
            </a:r>
            <a:r>
              <a:rPr lang="ko-KR" altLang="en-US" dirty="0"/>
              <a:t>최단거리</a:t>
            </a:r>
            <a:r>
              <a:rPr lang="en-US" altLang="ko-KR" dirty="0"/>
              <a:t>)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2F53D43-5772-9D81-7CFD-2143E7FB3D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530"/>
          <a:stretch/>
        </p:blipFill>
        <p:spPr>
          <a:xfrm>
            <a:off x="928293" y="966583"/>
            <a:ext cx="2605592" cy="368477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BA5FF42-DBE2-6FA4-D3BA-D13FE3E21E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4030"/>
          <a:stretch/>
        </p:blipFill>
        <p:spPr>
          <a:xfrm>
            <a:off x="3746236" y="2334528"/>
            <a:ext cx="5083439" cy="47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06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AA02637C-7F83-8534-8211-962805A51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66A8F212-F185-5218-75A2-2DD0A55D10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 algn="ctr" rtl="0"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3. </a:t>
            </a:r>
            <a:r>
              <a:rPr lang="ko-KR" altLang="en-US" dirty="0"/>
              <a:t>중요한 교차로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DFS/BFS </a:t>
            </a:r>
            <a:r>
              <a:rPr lang="ko-KR" altLang="en-US" dirty="0"/>
              <a:t>완전탐색</a:t>
            </a:r>
            <a:r>
              <a:rPr lang="en-US" altLang="ko-KR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0137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1EC7F494-098E-1558-E84B-CAADA2617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5A231992-A6DB-5EBB-7D93-54B740D08B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 algn="ctr" rtl="0"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4. </a:t>
            </a:r>
            <a:r>
              <a:rPr lang="ko-KR" altLang="en-US" dirty="0"/>
              <a:t>여행경로</a:t>
            </a:r>
            <a:r>
              <a:rPr lang="en-US" altLang="ko-KR" dirty="0"/>
              <a:t> (Programmers, DFS)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2440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BF0FF91C-74BD-30E9-A268-77F643BAC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FA198B6E-90C0-60F5-97EB-D27B881593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 algn="ctr" rtl="0"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5. </a:t>
            </a:r>
            <a:r>
              <a:rPr lang="ko-KR" altLang="en-US" dirty="0"/>
              <a:t>알파벳</a:t>
            </a:r>
            <a:r>
              <a:rPr lang="en-US" dirty="0"/>
              <a:t> (</a:t>
            </a:r>
            <a:r>
              <a:rPr lang="ko-KR" altLang="en-US" dirty="0"/>
              <a:t>백준</a:t>
            </a:r>
            <a:r>
              <a:rPr lang="en-US" altLang="ko-KR" dirty="0"/>
              <a:t>, DFS </a:t>
            </a:r>
            <a:r>
              <a:rPr lang="ko-KR" altLang="en-US" dirty="0"/>
              <a:t>재귀 </a:t>
            </a:r>
            <a:r>
              <a:rPr lang="en-US" altLang="ko-KR" dirty="0"/>
              <a:t>,</a:t>
            </a:r>
            <a:r>
              <a:rPr lang="ko-KR" altLang="en-US" dirty="0" err="1"/>
              <a:t>백트레킹</a:t>
            </a:r>
            <a:r>
              <a:rPr lang="en-US" altLang="ko-KR" dirty="0"/>
              <a:t>, </a:t>
            </a:r>
            <a:r>
              <a:rPr lang="ko-KR" altLang="en-US" dirty="0" err="1"/>
              <a:t>비트마스킹</a:t>
            </a:r>
            <a:r>
              <a:rPr lang="en-US" altLang="ko-KR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7275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C49BA4F5-64A4-80A1-8EEF-D567FBAA9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22CEDD2E-D36E-1AD0-B231-8D45A4F97B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 algn="ctr" rtl="0"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6. </a:t>
            </a:r>
            <a:r>
              <a:rPr lang="ko-KR" altLang="en-US" dirty="0"/>
              <a:t>섬의 개수 </a:t>
            </a:r>
            <a:r>
              <a:rPr lang="en-US" altLang="ko-KR" dirty="0"/>
              <a:t>(</a:t>
            </a:r>
            <a:r>
              <a:rPr lang="ko-KR" altLang="en-US" dirty="0"/>
              <a:t>백준</a:t>
            </a:r>
            <a:r>
              <a:rPr lang="en-US" altLang="ko-KR" dirty="0"/>
              <a:t>, DFS/BFS </a:t>
            </a:r>
            <a:r>
              <a:rPr lang="ko-KR" altLang="en-US" dirty="0"/>
              <a:t>완전 탐색</a:t>
            </a:r>
            <a:r>
              <a:rPr lang="en-US" altLang="ko-KR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4289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28A818DE-ADEE-A871-1CAA-DD3118DC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90F1BF5E-8C4F-D989-24DF-95799A92E8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 algn="ctr" rtl="0"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7. </a:t>
            </a:r>
            <a:r>
              <a:rPr lang="ko-KR" altLang="en-US" dirty="0"/>
              <a:t>트리순회 </a:t>
            </a:r>
            <a:r>
              <a:rPr lang="en-US" altLang="ko-KR" dirty="0"/>
              <a:t>(</a:t>
            </a:r>
            <a:r>
              <a:rPr lang="ko-KR" altLang="en-US" dirty="0"/>
              <a:t>백준</a:t>
            </a:r>
            <a:r>
              <a:rPr lang="en-US" altLang="ko-KR" dirty="0"/>
              <a:t>, </a:t>
            </a:r>
            <a:r>
              <a:rPr lang="ko-KR" altLang="en-US" dirty="0" err="1"/>
              <a:t>이진트리순회</a:t>
            </a:r>
            <a:r>
              <a:rPr lang="en-US" altLang="ko-KR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5028121"/>
      </p:ext>
    </p:extLst>
  </p:cSld>
  <p:clrMapOvr>
    <a:masterClrMapping/>
  </p:clrMapOvr>
</p:sld>
</file>

<file path=ppt/theme/theme1.xml><?xml version="1.0" encoding="utf-8"?>
<a:theme xmlns:a="http://schemas.openxmlformats.org/drawingml/2006/main" name="Linic by Slidesgo">
  <a:themeElements>
    <a:clrScheme name="Simple Light">
      <a:dk1>
        <a:srgbClr val="223B6E"/>
      </a:dk1>
      <a:lt1>
        <a:srgbClr val="52555C"/>
      </a:lt1>
      <a:dk2>
        <a:srgbClr val="EFF0F4"/>
      </a:dk2>
      <a:lt2>
        <a:srgbClr val="D3D6DB"/>
      </a:lt2>
      <a:accent1>
        <a:srgbClr val="425F9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95C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69</Words>
  <Application>Microsoft Office PowerPoint</Application>
  <PresentationFormat>화면 슬라이드 쇼(16:9)</PresentationFormat>
  <Paragraphs>7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Palanquin Dark</vt:lpstr>
      <vt:lpstr>Jost</vt:lpstr>
      <vt:lpstr>Arial</vt:lpstr>
      <vt:lpstr>Calibri</vt:lpstr>
      <vt:lpstr>Linic by Slidesgo</vt:lpstr>
      <vt:lpstr>DFS와 BFS (백준)</vt:lpstr>
      <vt:lpstr>2. 숨바꼭질 (백준, BFS 최단거리) </vt:lpstr>
      <vt:lpstr>3. 중요한 교차로 (TUKorea, DFS/BFS 완전탐색)</vt:lpstr>
      <vt:lpstr>4. 여행경로 (Programmers, DFS)</vt:lpstr>
      <vt:lpstr>5. 알파벳 (백준, DFS 재귀 ,백트레킹, 비트마스킹)</vt:lpstr>
      <vt:lpstr>6. 섬의 개수 (백준, DFS/BFS 완전 탐색)</vt:lpstr>
      <vt:lpstr>7. 트리순회 (백준, 이진트리순회)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채은 임</cp:lastModifiedBy>
  <cp:revision>10</cp:revision>
  <dcterms:modified xsi:type="dcterms:W3CDTF">2026-04-03T10:50:19Z</dcterms:modified>
</cp:coreProperties>
</file>