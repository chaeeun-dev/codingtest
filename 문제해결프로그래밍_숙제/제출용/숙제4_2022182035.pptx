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3" d="100"/>
          <a:sy n="43" d="100"/>
        </p:scale>
        <p:origin x="536" y="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>
              <a:buAutoNum type="arabicPeriod"/>
            </a:pPr>
            <a:r>
              <a:rPr lang="ko-KR" altLang="en-US" dirty="0"/>
              <a:t>주식투자 </a:t>
            </a:r>
            <a:r>
              <a:rPr lang="en-US" altLang="ko-KR" dirty="0"/>
              <a:t>(</a:t>
            </a:r>
            <a:r>
              <a:rPr lang="ko-KR" altLang="en-US" dirty="0"/>
              <a:t>백준</a:t>
            </a:r>
            <a:r>
              <a:rPr lang="en-US" altLang="ko-KR" dirty="0"/>
              <a:t>, </a:t>
            </a:r>
            <a:r>
              <a:rPr lang="ko-KR" altLang="en-US" dirty="0"/>
              <a:t>구현</a:t>
            </a:r>
            <a:r>
              <a:rPr lang="en-US" altLang="ko-KR" dirty="0"/>
              <a:t>) </a:t>
            </a:r>
            <a:endParaRPr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3703864-E73C-05C2-E99F-EDAF342501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469" y="935300"/>
            <a:ext cx="4379037" cy="3845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2.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</TotalTime>
  <Words>18</Words>
  <Application>Microsoft Office PowerPoint</Application>
  <PresentationFormat>화면 슬라이드 쇼(16:9)</PresentationFormat>
  <Paragraphs>7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Calibri</vt:lpstr>
      <vt:lpstr>Arial</vt:lpstr>
      <vt:lpstr>Palanquin Dark</vt:lpstr>
      <vt:lpstr>Jost</vt:lpstr>
      <vt:lpstr>Linic by Slidesgo</vt:lpstr>
      <vt:lpstr>주식투자 (백준, 구현) </vt:lpstr>
      <vt:lpstr>2. </vt:lpstr>
      <vt:lpstr>3. </vt:lpstr>
      <vt:lpstr>4. </vt:lpstr>
      <vt:lpstr>5. </vt:lpstr>
      <vt:lpstr>6. </vt:lpstr>
      <vt:lpstr>7.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임채은(2022182035)</cp:lastModifiedBy>
  <cp:revision>18</cp:revision>
  <dcterms:modified xsi:type="dcterms:W3CDTF">2026-04-15T03:27:12Z</dcterms:modified>
</cp:coreProperties>
</file>