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5" d="100"/>
          <a:sy n="65" d="100"/>
        </p:scale>
        <p:origin x="1320" y="3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>
              <a:buAutoNum type="arabicPeriod"/>
            </a:pPr>
            <a:r>
              <a:rPr lang="ko-KR" altLang="en-US" dirty="0"/>
              <a:t>주식투자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/>
              <a:t>구현</a:t>
            </a:r>
            <a:r>
              <a:rPr lang="en-US" altLang="ko-KR" dirty="0"/>
              <a:t>)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703864-E73C-05C2-E99F-EDAF34250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469" y="935300"/>
            <a:ext cx="4379037" cy="384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/>
              <a:t>회의실 배정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/>
              <a:t>정렬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그리디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A721321-068E-8252-7ECE-9C59D6D5B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6720" y="1062140"/>
            <a:ext cx="2938339" cy="27432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D82D8AA-997E-5276-B360-72B82256C4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771" y="3869633"/>
            <a:ext cx="5478236" cy="911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3. </a:t>
            </a:r>
            <a:r>
              <a:rPr lang="ko-KR" altLang="en-US" dirty="0"/>
              <a:t>행렬 게임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구현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7BCB36E-F42B-A2F1-8B07-8DA9B96963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1775"/>
          <a:stretch>
            <a:fillRect/>
          </a:stretch>
        </p:blipFill>
        <p:spPr>
          <a:xfrm>
            <a:off x="406055" y="1421889"/>
            <a:ext cx="1615993" cy="324451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463E68A-6073-7F78-9BED-D758DBB295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5758"/>
          <a:stretch>
            <a:fillRect/>
          </a:stretch>
        </p:blipFill>
        <p:spPr>
          <a:xfrm>
            <a:off x="2186341" y="1883899"/>
            <a:ext cx="1383171" cy="232048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2D6AD29-0A47-CDE1-71E5-70E559AAE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806" y="2153638"/>
            <a:ext cx="5024238" cy="158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4. </a:t>
            </a:r>
            <a:r>
              <a:rPr lang="ko-KR" altLang="en-US" dirty="0"/>
              <a:t>실패율 </a:t>
            </a:r>
            <a:r>
              <a:rPr lang="en-US" altLang="ko-KR" dirty="0"/>
              <a:t>(Programmers, </a:t>
            </a:r>
            <a:r>
              <a:rPr lang="ko-KR" altLang="en-US" dirty="0"/>
              <a:t>구현</a:t>
            </a:r>
            <a:r>
              <a:rPr lang="en-US" altLang="ko-KR" dirty="0"/>
              <a:t>, </a:t>
            </a:r>
            <a:r>
              <a:rPr lang="ko-KR" altLang="en-US" dirty="0"/>
              <a:t>정렬</a:t>
            </a:r>
            <a:r>
              <a:rPr lang="en-US" altLang="ko-KR" dirty="0"/>
              <a:t>) 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5. </a:t>
            </a:r>
            <a:r>
              <a:rPr lang="ko-KR" altLang="en-US" dirty="0"/>
              <a:t>소가 길을 건너간 이유 </a:t>
            </a:r>
            <a:r>
              <a:rPr lang="en-US" altLang="ko-KR" dirty="0"/>
              <a:t>3(</a:t>
            </a:r>
            <a:r>
              <a:rPr lang="en-US" altLang="ko-KR" dirty="0" err="1"/>
              <a:t>TUKorea</a:t>
            </a:r>
            <a:r>
              <a:rPr lang="en-US" altLang="ko-KR" dirty="0"/>
              <a:t>,</a:t>
            </a:r>
            <a:r>
              <a:rPr lang="ko-KR" altLang="en-US" dirty="0"/>
              <a:t>백준</a:t>
            </a:r>
            <a:r>
              <a:rPr lang="en-US" altLang="ko-KR" dirty="0"/>
              <a:t>,</a:t>
            </a:r>
            <a:r>
              <a:rPr lang="ko-KR" altLang="en-US" dirty="0"/>
              <a:t>정렬</a:t>
            </a:r>
            <a:r>
              <a:rPr lang="en-US" altLang="ko-KR" dirty="0"/>
              <a:t>,</a:t>
            </a:r>
            <a:r>
              <a:rPr lang="ko-KR" altLang="en-US" dirty="0" err="1"/>
              <a:t>그리디</a:t>
            </a:r>
            <a:r>
              <a:rPr lang="en-US" altLang="ko-KR"/>
              <a:t>)</a:t>
            </a:r>
            <a:r>
              <a:rPr lang="en-US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</TotalTime>
  <Words>58</Words>
  <Application>Microsoft Office PowerPoint</Application>
  <PresentationFormat>화면 슬라이드 쇼(16:9)</PresentationFormat>
  <Paragraphs>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Arial</vt:lpstr>
      <vt:lpstr>Jost</vt:lpstr>
      <vt:lpstr>Palanquin Dark</vt:lpstr>
      <vt:lpstr>Calibri</vt:lpstr>
      <vt:lpstr>Linic by Slidesgo</vt:lpstr>
      <vt:lpstr>주식투자 (백준, 구현) </vt:lpstr>
      <vt:lpstr>2. 회의실 배정 (TUKorea, 백준, 정렬, 그리디) </vt:lpstr>
      <vt:lpstr>3. 행렬 게임(TUKorea, 구현) </vt:lpstr>
      <vt:lpstr>4. 실패율 (Programmers, 구현, 정렬) </vt:lpstr>
      <vt:lpstr>5. 소가 길을 건너간 이유 3(TUKorea,백준,정렬,그리디) </vt:lpstr>
      <vt:lpstr>6. </vt:lpstr>
      <vt:lpstr>7.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임채은(2022182035)</cp:lastModifiedBy>
  <cp:revision>20</cp:revision>
  <dcterms:modified xsi:type="dcterms:W3CDTF">2026-04-21T09:27:44Z</dcterms:modified>
</cp:coreProperties>
</file>