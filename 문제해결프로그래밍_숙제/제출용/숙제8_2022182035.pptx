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embeddedFontLst>
    <p:embeddedFont>
      <p:font typeface="Jost" panose="020B0600000101010101" charset="0"/>
      <p:regular r:id="rId8"/>
      <p:bold r:id="rId9"/>
      <p:italic r:id="rId10"/>
      <p:boldItalic r:id="rId11"/>
    </p:embeddedFont>
    <p:embeddedFont>
      <p:font typeface="Palanquin Dark" panose="020B0600000101010101" charset="0"/>
      <p:regular r:id="rId12"/>
      <p:bold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66" y="56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>
              <a:buAutoNum type="arabicPeriod"/>
            </a:pPr>
            <a:r>
              <a:rPr lang="ko-KR" altLang="en-US" dirty="0"/>
              <a:t>도시분할계획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 err="1"/>
              <a:t>최소신장트리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0AED7F0-1CA4-6799-4778-A4E1C7EDF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88" y="2169000"/>
            <a:ext cx="4140999" cy="109037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9DAD278-54C2-6A37-4832-0151255A5E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0472"/>
          <a:stretch>
            <a:fillRect/>
          </a:stretch>
        </p:blipFill>
        <p:spPr>
          <a:xfrm>
            <a:off x="218222" y="1697624"/>
            <a:ext cx="2215315" cy="20331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133E1D9-2AE3-CE5C-C76A-A779F809BD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0000"/>
          <a:stretch>
            <a:fillRect/>
          </a:stretch>
        </p:blipFill>
        <p:spPr>
          <a:xfrm>
            <a:off x="2248190" y="1335024"/>
            <a:ext cx="2215315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2. </a:t>
            </a:r>
            <a:r>
              <a:rPr lang="ko-KR" altLang="en-US" dirty="0"/>
              <a:t>선수과목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, DAG </a:t>
            </a:r>
            <a:r>
              <a:rPr lang="ko-KR" altLang="en-US" dirty="0" err="1"/>
              <a:t>위상정렬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99B4045-4C3E-12CF-A6DE-A294EEAE2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0" y="1253663"/>
            <a:ext cx="7995520" cy="3208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3. </a:t>
            </a:r>
            <a:r>
              <a:rPr lang="ko-KR" altLang="en-US" dirty="0"/>
              <a:t>작업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 err="1"/>
              <a:t>위상정렬</a:t>
            </a:r>
            <a:r>
              <a:rPr lang="en-US" altLang="ko-KR" dirty="0"/>
              <a:t>, DP)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E5AB537-FD4B-7A87-DD36-0E8242057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1713" y="935300"/>
            <a:ext cx="3530231" cy="4046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4. </a:t>
            </a:r>
            <a:r>
              <a:rPr lang="ko-KR" altLang="en-US" sz="2800" dirty="0"/>
              <a:t>개인정보수집유효기간 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58E4ADB-E007-8603-C5B4-AF46E34301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7578"/>
          <a:stretch/>
        </p:blipFill>
        <p:spPr>
          <a:xfrm>
            <a:off x="1021688" y="1335843"/>
            <a:ext cx="3079800" cy="304101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8ACF589-C89E-9058-8C45-22D095EA14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8217"/>
          <a:stretch/>
        </p:blipFill>
        <p:spPr>
          <a:xfrm>
            <a:off x="4297557" y="1819677"/>
            <a:ext cx="4124031" cy="207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5. </a:t>
            </a:r>
            <a:r>
              <a:rPr lang="ko-KR" altLang="en-US" sz="2800" dirty="0"/>
              <a:t>신규 아이디어 추천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A9BBBC9-A079-89F4-A9D8-4DD93FDB8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181" y="1335951"/>
            <a:ext cx="2674848" cy="344494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BD42B53-B4CA-C338-6E5C-5565AE8219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88" y="1684387"/>
            <a:ext cx="2649734" cy="2748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892</TotalTime>
  <Words>49</Words>
  <Application>Microsoft Office PowerPoint</Application>
  <PresentationFormat>화면 슬라이드 쇼(16:9)</PresentationFormat>
  <Paragraphs>5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Palanquin Dark</vt:lpstr>
      <vt:lpstr>Jost</vt:lpstr>
      <vt:lpstr>Arial</vt:lpstr>
      <vt:lpstr>Calibri</vt:lpstr>
      <vt:lpstr>Linic by Slidesgo</vt:lpstr>
      <vt:lpstr>도시분할계획 (TUKorea, 백준, 최소신장트리)</vt:lpstr>
      <vt:lpstr>2. 선수과목(TUKorea, 백준, DAG 위상정렬)</vt:lpstr>
      <vt:lpstr>3. 작업 (TUKorea, 백준, 위상정렬, DP) </vt:lpstr>
      <vt:lpstr>4. 개인정보수집유효기간 (Programmers, 구현)</vt:lpstr>
      <vt:lpstr>5. 신규 아이디어 추천(Programmers, 구현) 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채은 임</cp:lastModifiedBy>
  <cp:revision>24</cp:revision>
  <dcterms:modified xsi:type="dcterms:W3CDTF">2026-06-07T13:55:59Z</dcterms:modified>
</cp:coreProperties>
</file>