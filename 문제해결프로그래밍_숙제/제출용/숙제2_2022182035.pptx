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Jost" panose="020B0600000101010101" charset="0"/>
      <p:regular r:id="rId8"/>
      <p:bold r:id="rId9"/>
      <p:italic r:id="rId10"/>
      <p:boldItalic r:id="rId11"/>
    </p:embeddedFont>
    <p:embeddedFont>
      <p:font typeface="Palanquin Dark" panose="020B0600000101010101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0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3ED5E32-773D-3C19-AE67-A3614B49F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48EE7EA0-4770-F528-622F-627C9F6933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2A059F04-DEF7-4610-D96F-A76C88E1D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80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7F6099A1-30FC-6703-A132-7B7AF177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B0CAA629-18D7-704E-57EB-9528A1782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04FB2B3-569C-2F62-854B-8EEA088A1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290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7A428B1F-8355-29AA-E366-772A4388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C2531604-DF69-EFB8-9B11-5B62C4D016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9395BF28-DAAF-97ED-1FF0-0D1E67BB7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6906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6626487C-E6FE-E4FA-096E-3665701DF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053F6898-110C-4A65-42F0-CA70FC53A6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89BC28B0-9794-43E9-A7A0-4DDE4F170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149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2" name="Google Shape;12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6" name="Google Shape;36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1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flipH="1">
            <a:off x="6098714" y="-689007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4"/>
          <p:cNvGrpSpPr/>
          <p:nvPr/>
        </p:nvGrpSpPr>
        <p:grpSpPr>
          <a:xfrm rot="6380618">
            <a:off x="253216" y="4822852"/>
            <a:ext cx="831813" cy="682451"/>
            <a:chOff x="2500745" y="1139495"/>
            <a:chExt cx="831805" cy="682445"/>
          </a:xfrm>
        </p:grpSpPr>
        <p:sp>
          <p:nvSpPr>
            <p:cNvPr id="58" name="Google Shape;58;p4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722425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807277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-123011" y="-343647"/>
            <a:ext cx="8937224" cy="5968174"/>
            <a:chOff x="-123011" y="-343647"/>
            <a:chExt cx="8937224" cy="5968174"/>
          </a:xfrm>
        </p:grpSpPr>
        <p:grpSp>
          <p:nvGrpSpPr>
            <p:cNvPr id="67" name="Google Shape;67;p5"/>
            <p:cNvGrpSpPr/>
            <p:nvPr/>
          </p:nvGrpSpPr>
          <p:grpSpPr>
            <a:xfrm rot="-5903704">
              <a:off x="8195138" y="-235959"/>
              <a:ext cx="649060" cy="499683"/>
              <a:chOff x="2601900" y="1240650"/>
              <a:chExt cx="649050" cy="4996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 rot="2976451">
              <a:off x="-9520" y="4745451"/>
              <a:ext cx="831779" cy="682424"/>
              <a:chOff x="2500745" y="1139495"/>
              <a:chExt cx="831805" cy="68244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73" name="Google Shape;73;p5"/>
          <p:cNvGrpSpPr/>
          <p:nvPr/>
        </p:nvGrpSpPr>
        <p:grpSpPr>
          <a:xfrm rot="5400000">
            <a:off x="6026466" y="4484516"/>
            <a:ext cx="128375" cy="603763"/>
            <a:chOff x="2766991" y="3156303"/>
            <a:chExt cx="128375" cy="603763"/>
          </a:xfrm>
        </p:grpSpPr>
        <p:sp>
          <p:nvSpPr>
            <p:cNvPr id="74" name="Google Shape;74;p5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-598216" y="-1546227"/>
            <a:ext cx="10826478" cy="9134726"/>
            <a:chOff x="-598216" y="-1546227"/>
            <a:chExt cx="10826478" cy="9134726"/>
          </a:xfrm>
        </p:grpSpPr>
        <p:sp>
          <p:nvSpPr>
            <p:cNvPr id="80" name="Google Shape;80;p5"/>
            <p:cNvSpPr/>
            <p:nvPr/>
          </p:nvSpPr>
          <p:spPr>
            <a:xfrm rot="-5400000" flipH="1">
              <a:off x="5558382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5400000" flipH="1">
              <a:off x="-1986036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7" name="Google Shape;87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798875" y="539500"/>
            <a:ext cx="3622500" cy="9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798875" y="1961975"/>
            <a:ext cx="3622500" cy="2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722375" y="894750"/>
            <a:ext cx="3354000" cy="3354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8520316" y="1791428"/>
            <a:ext cx="128375" cy="603763"/>
            <a:chOff x="2766991" y="3156303"/>
            <a:chExt cx="128375" cy="603763"/>
          </a:xfrm>
        </p:grpSpPr>
        <p:sp>
          <p:nvSpPr>
            <p:cNvPr id="98" name="Google Shape;98;p7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 rot="-7714864">
            <a:off x="8606949" y="286918"/>
            <a:ext cx="761414" cy="610556"/>
            <a:chOff x="7090625" y="862823"/>
            <a:chExt cx="761440" cy="610577"/>
          </a:xfrm>
        </p:grpSpPr>
        <p:sp>
          <p:nvSpPr>
            <p:cNvPr id="104" name="Google Shape;104;p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07" name="Google Shape;107;p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257200" y="1627075"/>
            <a:ext cx="4629600" cy="18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-1131616" y="-1546227"/>
            <a:ext cx="10826478" cy="9134726"/>
            <a:chOff x="-1131616" y="-1546227"/>
            <a:chExt cx="10826478" cy="9134726"/>
          </a:xfrm>
        </p:grpSpPr>
        <p:sp>
          <p:nvSpPr>
            <p:cNvPr id="112" name="Google Shape;112;p8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58191" y="862816"/>
            <a:ext cx="7827634" cy="2648275"/>
            <a:chOff x="658191" y="862816"/>
            <a:chExt cx="7827634" cy="2648275"/>
          </a:xfrm>
        </p:grpSpPr>
        <p:grpSp>
          <p:nvGrpSpPr>
            <p:cNvPr id="115" name="Google Shape;115;p8"/>
            <p:cNvGrpSpPr/>
            <p:nvPr/>
          </p:nvGrpSpPr>
          <p:grpSpPr>
            <a:xfrm rot="10800000">
              <a:off x="658191" y="2907328"/>
              <a:ext cx="128375" cy="603763"/>
              <a:chOff x="2766991" y="3156303"/>
              <a:chExt cx="128375" cy="603763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8357425" y="862816"/>
              <a:ext cx="128400" cy="814981"/>
              <a:chOff x="7185425" y="2022141"/>
              <a:chExt cx="128400" cy="814981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27" name="Google Shape;127;p8"/>
          <p:cNvGrpSpPr/>
          <p:nvPr/>
        </p:nvGrpSpPr>
        <p:grpSpPr>
          <a:xfrm rot="2700000">
            <a:off x="2671018" y="156297"/>
            <a:ext cx="649044" cy="499670"/>
            <a:chOff x="2601900" y="1240650"/>
            <a:chExt cx="649050" cy="499675"/>
          </a:xfrm>
        </p:grpSpPr>
        <p:sp>
          <p:nvSpPr>
            <p:cNvPr id="128" name="Google Shape;128;p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36" name="Google Shape;136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9" name="Google Shape;139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722375" y="3602600"/>
            <a:ext cx="3970200" cy="100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425924" y="1833800"/>
            <a:ext cx="6292200" cy="12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subTitle" idx="1"/>
          </p:nvPr>
        </p:nvSpPr>
        <p:spPr>
          <a:xfrm>
            <a:off x="1425888" y="2835380"/>
            <a:ext cx="62922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491925" y="366422"/>
            <a:ext cx="7980548" cy="3206025"/>
            <a:chOff x="491925" y="366422"/>
            <a:chExt cx="7980548" cy="3206025"/>
          </a:xfrm>
        </p:grpSpPr>
        <p:grpSp>
          <p:nvGrpSpPr>
            <p:cNvPr id="161" name="Google Shape;161;p11"/>
            <p:cNvGrpSpPr/>
            <p:nvPr/>
          </p:nvGrpSpPr>
          <p:grpSpPr>
            <a:xfrm rot="-5400000">
              <a:off x="8106404" y="128728"/>
              <a:ext cx="128375" cy="603763"/>
              <a:chOff x="2766991" y="3156303"/>
              <a:chExt cx="128375" cy="603763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>
              <a:off x="491925" y="2757466"/>
              <a:ext cx="128400" cy="814981"/>
              <a:chOff x="7185425" y="2022141"/>
              <a:chExt cx="128400" cy="814981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73" name="Google Shape;173;p11"/>
          <p:cNvGrpSpPr/>
          <p:nvPr/>
        </p:nvGrpSpPr>
        <p:grpSpPr>
          <a:xfrm>
            <a:off x="-1488811" y="-699832"/>
            <a:ext cx="12342693" cy="6954923"/>
            <a:chOff x="-1488811" y="-699832"/>
            <a:chExt cx="12342693" cy="6954923"/>
          </a:xfrm>
        </p:grpSpPr>
        <p:sp>
          <p:nvSpPr>
            <p:cNvPr id="174" name="Google Shape;174;p11"/>
            <p:cNvSpPr/>
            <p:nvPr/>
          </p:nvSpPr>
          <p:spPr>
            <a:xfrm>
              <a:off x="4258707" y="35105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1488811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95" name="Google Shape;195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201" name="Google Shape;201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" name="Google Shape;204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207" name="Google Shape;207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208" name="Google Shape;208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446298" y="-687532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4"/>
          <p:cNvGrpSpPr/>
          <p:nvPr/>
        </p:nvGrpSpPr>
        <p:grpSpPr>
          <a:xfrm rot="10800000">
            <a:off x="8679416" y="1112203"/>
            <a:ext cx="128375" cy="603763"/>
            <a:chOff x="2766991" y="3156303"/>
            <a:chExt cx="128375" cy="603763"/>
          </a:xfrm>
        </p:grpSpPr>
        <p:sp>
          <p:nvSpPr>
            <p:cNvPr id="216" name="Google Shape;216;p14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4"/>
          <p:cNvGrpSpPr/>
          <p:nvPr/>
        </p:nvGrpSpPr>
        <p:grpSpPr>
          <a:xfrm rot="531566">
            <a:off x="75240" y="3895867"/>
            <a:ext cx="649005" cy="499640"/>
            <a:chOff x="2601900" y="1240650"/>
            <a:chExt cx="649050" cy="499675"/>
          </a:xfrm>
        </p:grpSpPr>
        <p:sp>
          <p:nvSpPr>
            <p:cNvPr id="222" name="Google Shape;222;p14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24" name="Google Shape;224;p1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1"/>
          </p:nvPr>
        </p:nvSpPr>
        <p:spPr>
          <a:xfrm>
            <a:off x="1116813" y="2377625"/>
            <a:ext cx="2689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 rot="9538391">
            <a:off x="8283652" y="1238695"/>
            <a:ext cx="831794" cy="682436"/>
            <a:chOff x="2500745" y="1139495"/>
            <a:chExt cx="831805" cy="682445"/>
          </a:xfrm>
        </p:grpSpPr>
        <p:sp>
          <p:nvSpPr>
            <p:cNvPr id="230" name="Google Shape;230;p15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658175" y="3340316"/>
            <a:ext cx="128400" cy="814981"/>
            <a:chOff x="7185425" y="2022141"/>
            <a:chExt cx="128400" cy="814981"/>
          </a:xfrm>
        </p:grpSpPr>
        <p:sp>
          <p:nvSpPr>
            <p:cNvPr id="233" name="Google Shape;233;p15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44" name="Google Shape;244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50" name="Google Shape;250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442477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2"/>
          </p:nvPr>
        </p:nvSpPr>
        <p:spPr>
          <a:xfrm>
            <a:off x="5208823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3"/>
          </p:nvPr>
        </p:nvSpPr>
        <p:spPr>
          <a:xfrm>
            <a:off x="1442477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208816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-1272121" y="-821279"/>
            <a:ext cx="11780928" cy="6659437"/>
            <a:chOff x="-1272121" y="-821279"/>
            <a:chExt cx="11780928" cy="6659437"/>
          </a:xfrm>
        </p:grpSpPr>
        <p:sp>
          <p:nvSpPr>
            <p:cNvPr id="265" name="Google Shape;265;p17"/>
            <p:cNvSpPr/>
            <p:nvPr/>
          </p:nvSpPr>
          <p:spPr>
            <a:xfrm rot="10800000">
              <a:off x="5747902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10800000">
              <a:off x="-1272121" y="-821279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355600" y="3191466"/>
            <a:ext cx="128400" cy="814981"/>
            <a:chOff x="7185425" y="2022141"/>
            <a:chExt cx="128400" cy="814981"/>
          </a:xfrm>
        </p:grpSpPr>
        <p:sp>
          <p:nvSpPr>
            <p:cNvPr id="268" name="Google Shape;268;p17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78441" y="858950"/>
            <a:ext cx="9065549" cy="1069170"/>
            <a:chOff x="78441" y="858950"/>
            <a:chExt cx="9065549" cy="1069170"/>
          </a:xfrm>
        </p:grpSpPr>
        <p:grpSp>
          <p:nvGrpSpPr>
            <p:cNvPr id="274" name="Google Shape;274;p17"/>
            <p:cNvGrpSpPr/>
            <p:nvPr/>
          </p:nvGrpSpPr>
          <p:grpSpPr>
            <a:xfrm rot="7956773">
              <a:off x="8415926" y="1270340"/>
              <a:ext cx="649010" cy="499644"/>
              <a:chOff x="2601900" y="1240650"/>
              <a:chExt cx="649050" cy="499675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77" name="Google Shape;277;p17"/>
            <p:cNvGrpSpPr/>
            <p:nvPr/>
          </p:nvGrpSpPr>
          <p:grpSpPr>
            <a:xfrm>
              <a:off x="78441" y="858950"/>
              <a:ext cx="620952" cy="613774"/>
              <a:chOff x="7090625" y="939100"/>
              <a:chExt cx="620952" cy="613774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722399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2"/>
          </p:nvPr>
        </p:nvSpPr>
        <p:spPr>
          <a:xfrm>
            <a:off x="3394055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3"/>
          </p:nvPr>
        </p:nvSpPr>
        <p:spPr>
          <a:xfrm>
            <a:off x="722399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4"/>
          </p:nvPr>
        </p:nvSpPr>
        <p:spPr>
          <a:xfrm>
            <a:off x="3394045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5"/>
          </p:nvPr>
        </p:nvSpPr>
        <p:spPr>
          <a:xfrm>
            <a:off x="6065701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6"/>
          </p:nvPr>
        </p:nvSpPr>
        <p:spPr>
          <a:xfrm>
            <a:off x="6065687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 rot="5400000">
            <a:off x="1836191" y="41028"/>
            <a:ext cx="128375" cy="603763"/>
            <a:chOff x="2766991" y="3156303"/>
            <a:chExt cx="128375" cy="603763"/>
          </a:xfrm>
        </p:grpSpPr>
        <p:sp>
          <p:nvSpPr>
            <p:cNvPr id="291" name="Google Shape;291;p1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-1801534" y="-717379"/>
            <a:ext cx="12156541" cy="6520912"/>
            <a:chOff x="-1801534" y="-717379"/>
            <a:chExt cx="12156541" cy="6520912"/>
          </a:xfrm>
        </p:grpSpPr>
        <p:sp>
          <p:nvSpPr>
            <p:cNvPr id="297" name="Google Shape;297;p18"/>
            <p:cNvSpPr/>
            <p:nvPr/>
          </p:nvSpPr>
          <p:spPr>
            <a:xfrm flipH="1">
              <a:off x="5594102" y="-717379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 flipH="1">
              <a:off x="-1801534" y="3751956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228148" y="703999"/>
            <a:ext cx="9018884" cy="4057537"/>
            <a:chOff x="228148" y="703999"/>
            <a:chExt cx="9018884" cy="4057537"/>
          </a:xfrm>
        </p:grpSpPr>
        <p:grpSp>
          <p:nvGrpSpPr>
            <p:cNvPr id="300" name="Google Shape;300;p18"/>
            <p:cNvGrpSpPr/>
            <p:nvPr/>
          </p:nvGrpSpPr>
          <p:grpSpPr>
            <a:xfrm rot="-5903704">
              <a:off x="198163" y="4154166"/>
              <a:ext cx="649060" cy="499683"/>
              <a:chOff x="2601900" y="1240650"/>
              <a:chExt cx="649050" cy="499675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03" name="Google Shape;303;p18"/>
            <p:cNvGrpSpPr/>
            <p:nvPr/>
          </p:nvGrpSpPr>
          <p:grpSpPr>
            <a:xfrm rot="7203583">
              <a:off x="8327478" y="893660"/>
              <a:ext cx="831801" cy="682442"/>
              <a:chOff x="2500745" y="1139495"/>
              <a:chExt cx="831805" cy="682445"/>
            </a:xfrm>
          </p:grpSpPr>
          <p:sp>
            <p:nvSpPr>
              <p:cNvPr id="304" name="Google Shape;304;p18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9" name="Google Shape;309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224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2"/>
          </p:nvPr>
        </p:nvSpPr>
        <p:spPr>
          <a:xfrm>
            <a:off x="3348606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3"/>
          </p:nvPr>
        </p:nvSpPr>
        <p:spPr>
          <a:xfrm>
            <a:off x="722400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4"/>
          </p:nvPr>
        </p:nvSpPr>
        <p:spPr>
          <a:xfrm>
            <a:off x="3348594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5"/>
          </p:nvPr>
        </p:nvSpPr>
        <p:spPr>
          <a:xfrm>
            <a:off x="59748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6"/>
          </p:nvPr>
        </p:nvSpPr>
        <p:spPr>
          <a:xfrm>
            <a:off x="5974782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7"/>
          </p:nvPr>
        </p:nvSpPr>
        <p:spPr>
          <a:xfrm>
            <a:off x="722400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8"/>
          </p:nvPr>
        </p:nvSpPr>
        <p:spPr>
          <a:xfrm>
            <a:off x="3348606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9"/>
          </p:nvPr>
        </p:nvSpPr>
        <p:spPr>
          <a:xfrm>
            <a:off x="722400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13"/>
          </p:nvPr>
        </p:nvSpPr>
        <p:spPr>
          <a:xfrm>
            <a:off x="3348594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14"/>
          </p:nvPr>
        </p:nvSpPr>
        <p:spPr>
          <a:xfrm>
            <a:off x="5974799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15"/>
          </p:nvPr>
        </p:nvSpPr>
        <p:spPr>
          <a:xfrm>
            <a:off x="5974782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2" name="Google Shape;322;p19"/>
          <p:cNvSpPr/>
          <p:nvPr/>
        </p:nvSpPr>
        <p:spPr>
          <a:xfrm rot="10800000">
            <a:off x="-1581346" y="-682891"/>
            <a:ext cx="4929893" cy="2051577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9"/>
          <p:cNvGrpSpPr/>
          <p:nvPr/>
        </p:nvGrpSpPr>
        <p:grpSpPr>
          <a:xfrm rot="1293401">
            <a:off x="-236033" y="4230231"/>
            <a:ext cx="761396" cy="610541"/>
            <a:chOff x="7090625" y="862823"/>
            <a:chExt cx="761440" cy="610577"/>
          </a:xfrm>
        </p:grpSpPr>
        <p:sp>
          <p:nvSpPr>
            <p:cNvPr id="324" name="Google Shape;324;p19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8600950" y="2326466"/>
            <a:ext cx="128400" cy="814981"/>
            <a:chOff x="7185425" y="2022141"/>
            <a:chExt cx="128400" cy="814981"/>
          </a:xfrm>
        </p:grpSpPr>
        <p:sp>
          <p:nvSpPr>
            <p:cNvPr id="328" name="Google Shape;328;p19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1"/>
          </p:nvPr>
        </p:nvSpPr>
        <p:spPr>
          <a:xfrm>
            <a:off x="2574038" y="182438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title" hasCustomPrompt="1"/>
          </p:nvPr>
        </p:nvSpPr>
        <p:spPr>
          <a:xfrm>
            <a:off x="2574263" y="1135550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2"/>
          </p:nvPr>
        </p:nvSpPr>
        <p:spPr>
          <a:xfrm>
            <a:off x="2574038" y="364823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0"/>
          <p:cNvSpPr txBox="1">
            <a:spLocks noGrp="1"/>
          </p:cNvSpPr>
          <p:nvPr>
            <p:ph type="title" idx="3" hasCustomPrompt="1"/>
          </p:nvPr>
        </p:nvSpPr>
        <p:spPr>
          <a:xfrm>
            <a:off x="2574263" y="2959475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-2088336" y="-741482"/>
            <a:ext cx="12520068" cy="7080173"/>
            <a:chOff x="-2088336" y="-741482"/>
            <a:chExt cx="12520068" cy="7080173"/>
          </a:xfrm>
        </p:grpSpPr>
        <p:sp>
          <p:nvSpPr>
            <p:cNvPr id="341" name="Google Shape;341;p20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347734" y="387819"/>
            <a:ext cx="8319357" cy="3309047"/>
            <a:chOff x="347734" y="387819"/>
            <a:chExt cx="8319357" cy="3309047"/>
          </a:xfrm>
        </p:grpSpPr>
        <p:grpSp>
          <p:nvGrpSpPr>
            <p:cNvPr id="344" name="Google Shape;344;p20"/>
            <p:cNvGrpSpPr/>
            <p:nvPr/>
          </p:nvGrpSpPr>
          <p:grpSpPr>
            <a:xfrm>
              <a:off x="8538716" y="3093103"/>
              <a:ext cx="128375" cy="603763"/>
              <a:chOff x="2766991" y="3156303"/>
              <a:chExt cx="128375" cy="603763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5400000">
              <a:off x="691025" y="44528"/>
              <a:ext cx="128400" cy="814981"/>
              <a:chOff x="7185425" y="2022141"/>
              <a:chExt cx="128400" cy="814981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56" name="Google Shape;356;p2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9" name="Google Shape;359;p21"/>
          <p:cNvSpPr txBox="1">
            <a:spLocks noGrp="1"/>
          </p:cNvSpPr>
          <p:nvPr>
            <p:ph type="ctrTitle"/>
          </p:nvPr>
        </p:nvSpPr>
        <p:spPr>
          <a:xfrm>
            <a:off x="2849550" y="863950"/>
            <a:ext cx="3444900" cy="8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1"/>
          </p:nvPr>
        </p:nvSpPr>
        <p:spPr>
          <a:xfrm>
            <a:off x="2849550" y="1558625"/>
            <a:ext cx="3444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-809936" y="-605532"/>
            <a:ext cx="11328762" cy="6837682"/>
            <a:chOff x="-809936" y="-605532"/>
            <a:chExt cx="11328762" cy="6837682"/>
          </a:xfrm>
        </p:grpSpPr>
        <p:sp>
          <p:nvSpPr>
            <p:cNvPr id="362" name="Google Shape;362;p21"/>
            <p:cNvSpPr/>
            <p:nvPr/>
          </p:nvSpPr>
          <p:spPr>
            <a:xfrm>
              <a:off x="4368825" y="3672825"/>
              <a:ext cx="6150001" cy="2559325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-809936" y="-6055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1"/>
          <p:cNvGrpSpPr/>
          <p:nvPr/>
        </p:nvGrpSpPr>
        <p:grpSpPr>
          <a:xfrm rot="990298">
            <a:off x="5104916" y="178236"/>
            <a:ext cx="649053" cy="499678"/>
            <a:chOff x="2601900" y="1240650"/>
            <a:chExt cx="649050" cy="499675"/>
          </a:xfrm>
        </p:grpSpPr>
        <p:sp>
          <p:nvSpPr>
            <p:cNvPr id="365" name="Google Shape;365;p2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58191" y="1424116"/>
            <a:ext cx="7827634" cy="1157300"/>
            <a:chOff x="658191" y="1424116"/>
            <a:chExt cx="7827634" cy="1157300"/>
          </a:xfrm>
        </p:grpSpPr>
        <p:grpSp>
          <p:nvGrpSpPr>
            <p:cNvPr id="368" name="Google Shape;368;p21"/>
            <p:cNvGrpSpPr/>
            <p:nvPr/>
          </p:nvGrpSpPr>
          <p:grpSpPr>
            <a:xfrm>
              <a:off x="8357425" y="1424116"/>
              <a:ext cx="128400" cy="814981"/>
              <a:chOff x="7185425" y="2022141"/>
              <a:chExt cx="128400" cy="814981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 rot="10800000">
              <a:off x="658191" y="1977653"/>
              <a:ext cx="128375" cy="603763"/>
              <a:chOff x="2766991" y="3156303"/>
              <a:chExt cx="128375" cy="603763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21"/>
          <p:cNvSpPr txBox="1"/>
          <p:nvPr/>
        </p:nvSpPr>
        <p:spPr>
          <a:xfrm>
            <a:off x="3118350" y="3368021"/>
            <a:ext cx="290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including icons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ko" sz="10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and infographics &amp; images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85" name="Google Shape;385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88" name="Google Shape;388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1" name="Google Shape;391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401" name="Google Shape;401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5" name="Google Shape;405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7" name="Google Shape;407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4" name="Google Shape;414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415" name="Google Shape;415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418" name="Google Shape;418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419" name="Google Shape;419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24" name="Google Shape;424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 txBox="1">
            <a:spLocks noGrp="1"/>
          </p:cNvSpPr>
          <p:nvPr>
            <p:ph type="title"/>
          </p:nvPr>
        </p:nvSpPr>
        <p:spPr>
          <a:xfrm>
            <a:off x="722387" y="272793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>
              <a:buAutoNum type="arabicPeriod"/>
            </a:pPr>
            <a:r>
              <a:rPr lang="ko-KR" altLang="en-US" dirty="0"/>
              <a:t>동전 </a:t>
            </a:r>
            <a:r>
              <a:rPr lang="en-US" altLang="ko-KR" dirty="0"/>
              <a:t>0(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그리디</a:t>
            </a:r>
            <a:r>
              <a:rPr lang="en-US" altLang="ko-KR" dirty="0"/>
              <a:t>)</a:t>
            </a:r>
            <a:br>
              <a:rPr lang="en-US" altLang="ko-KR" dirty="0"/>
            </a:b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2701B4-5498-2388-5C10-A1DF13E6C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402" y="845493"/>
            <a:ext cx="4849169" cy="39073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16295521-90BF-8941-FE8F-FEABD4D4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9D278357-1B12-1DB4-3E94-95A34A40F8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7" y="272793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2. </a:t>
            </a:r>
            <a:r>
              <a:rPr lang="ko-KR" altLang="en-US" dirty="0" err="1"/>
              <a:t>블랙잭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en-US" altLang="ko-KR" dirty="0" err="1"/>
              <a:t>Bruteforce</a:t>
            </a:r>
            <a:r>
              <a:rPr lang="en-US" altLang="ko-KR" dirty="0"/>
              <a:t>, </a:t>
            </a:r>
            <a:r>
              <a:rPr lang="ko-KR" altLang="en-US" dirty="0"/>
              <a:t>조합</a:t>
            </a:r>
            <a:r>
              <a:rPr lang="en-US" altLang="ko-KR" dirty="0"/>
              <a:t>)</a:t>
            </a:r>
            <a:br>
              <a:rPr lang="en-US" altLang="ko-KR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642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7D72817F-CB3A-8358-C69F-8794B24F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C49326A6-1053-E34F-0BDE-4F9EBF914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7" y="272793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601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40B05A81-290A-F7C1-30CF-CEED8FE2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5BF956BD-4CAD-DC00-1113-6F357FA14C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7" y="272793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3952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FC0D2322-8AAA-3EEF-9FB5-B679B46C0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B9C18BF8-FEDC-1328-FD08-C66093382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7" y="272793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5. </a:t>
            </a:r>
            <a:r>
              <a:rPr lang="ko-KR" altLang="en-US" sz="2800" dirty="0"/>
              <a:t>체육복 </a:t>
            </a:r>
            <a:r>
              <a:rPr lang="en-US" altLang="ko-KR" sz="2800" dirty="0"/>
              <a:t>(Programmers, </a:t>
            </a:r>
            <a:r>
              <a:rPr lang="ko-KR" altLang="en-US" sz="2800" dirty="0" err="1"/>
              <a:t>그리디</a:t>
            </a:r>
            <a:r>
              <a:rPr lang="en-US" altLang="ko-KR" sz="2800" dirty="0"/>
              <a:t>)</a:t>
            </a:r>
            <a:endParaRPr dirty="0"/>
          </a:p>
        </p:txBody>
      </p:sp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8B1F5207-6A86-2C16-83B9-1C3B3D1C06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869"/>
          <a:stretch/>
        </p:blipFill>
        <p:spPr>
          <a:xfrm>
            <a:off x="4571987" y="1017270"/>
            <a:ext cx="3958195" cy="3108960"/>
          </a:xfrm>
          <a:prstGeom prst="rect">
            <a:avLst/>
          </a:prstGeom>
        </p:spPr>
      </p:pic>
      <p:pic>
        <p:nvPicPr>
          <p:cNvPr id="7" name="그림 6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B3552CAC-0BFD-DF3D-E6D9-16675D1D6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18" y="1017270"/>
            <a:ext cx="3837185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363641"/>
      </p:ext>
    </p:extLst>
  </p:cSld>
  <p:clrMapOvr>
    <a:masterClrMapping/>
  </p:clrMapOvr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</Words>
  <Application>Microsoft Office PowerPoint</Application>
  <PresentationFormat>화면 슬라이드 쇼(16:9)</PresentationFormat>
  <Paragraphs>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Jost</vt:lpstr>
      <vt:lpstr>Arial</vt:lpstr>
      <vt:lpstr>Calibri</vt:lpstr>
      <vt:lpstr>Palanquin Dark</vt:lpstr>
      <vt:lpstr>Linic by Slidesgo</vt:lpstr>
      <vt:lpstr>동전 0(백준, 그리디) </vt:lpstr>
      <vt:lpstr>2. 블랙잭(백준, Bruteforce, 조합) </vt:lpstr>
      <vt:lpstr>PowerPoint 프레젠테이션</vt:lpstr>
      <vt:lpstr>PowerPoint 프레젠테이션</vt:lpstr>
      <vt:lpstr>5. 체육복 (Programmers, 그리디)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채은 임</cp:lastModifiedBy>
  <cp:revision>6</cp:revision>
  <dcterms:modified xsi:type="dcterms:W3CDTF">2026-03-20T15:17:36Z</dcterms:modified>
</cp:coreProperties>
</file>