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"/>
  </p:notesMasterIdLst>
  <p:sldIdLst>
    <p:sldId id="256" r:id="rId2"/>
    <p:sldId id="257" r:id="rId3"/>
    <p:sldId id="259" r:id="rId4"/>
    <p:sldId id="258" r:id="rId5"/>
    <p:sldId id="260" r:id="rId6"/>
  </p:sldIdLst>
  <p:sldSz cx="9144000" cy="5143500" type="screen16x9"/>
  <p:notesSz cx="6858000" cy="9144000"/>
  <p:embeddedFontLst>
    <p:embeddedFont>
      <p:font typeface="Jost" panose="020B0600000101010101" charset="0"/>
      <p:regular r:id="rId8"/>
      <p:bold r:id="rId9"/>
      <p:italic r:id="rId10"/>
      <p:boldItalic r:id="rId11"/>
    </p:embeddedFont>
    <p:embeddedFont>
      <p:font typeface="Palanquin Dark" panose="020B0600000101010101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66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3ED5E32-773D-3C19-AE67-A3614B49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48EE7EA0-4770-F528-622F-627C9F6933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A059F04-DEF7-4610-D96F-A76C88E1D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380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A428B1F-8355-29AA-E366-772A4388D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C2531604-DF69-EFB8-9B11-5B62C4D01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9395BF28-DAAF-97ED-1FF0-0D1E67BB7F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906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F6099A1-30FC-6703-A132-7B7AF177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B0CAA629-18D7-704E-57EB-9528A17824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4FB2B3-569C-2F62-854B-8EEA088A14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2290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6626487C-E6FE-E4FA-096E-3665701DF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053F6898-110C-4A65-42F0-CA70FC53A6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89BC28B0-9794-43E9-A7A0-4DDE4F1706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149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동전 </a:t>
            </a:r>
            <a:r>
              <a:rPr lang="en-US" altLang="ko-KR" dirty="0"/>
              <a:t>0(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그리디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2701B4-5498-2388-5C10-A1DF13E6C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402" y="845493"/>
            <a:ext cx="4849169" cy="39073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6295521-90BF-8941-FE8F-FEABD4D4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D278357-1B12-1DB4-3E94-95A34A40F8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 err="1"/>
              <a:t>블랙잭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en-US" altLang="ko-KR" dirty="0" err="1"/>
              <a:t>Bruteforce</a:t>
            </a:r>
            <a:r>
              <a:rPr lang="en-US" altLang="ko-KR" dirty="0"/>
              <a:t>, </a:t>
            </a:r>
            <a:r>
              <a:rPr lang="ko-KR" altLang="en-US" dirty="0"/>
              <a:t>조합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669B979-5D77-F1B4-13AE-E0234BF71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67" y="845493"/>
            <a:ext cx="2660845" cy="40970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A181AFD-93A0-0311-8BFB-47AD5EC0A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276" y="2367804"/>
            <a:ext cx="4729716" cy="40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2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0B05A81-290A-F7C1-30CF-CEED8FE2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BF956BD-4CAD-DC00-1113-6F357FA1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자산 증감</a:t>
            </a:r>
            <a:r>
              <a:rPr lang="en-US" altLang="ko-KR" dirty="0"/>
              <a:t> 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06F0A0-6016-84B5-DCC9-E37B8ACDF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224" y="901746"/>
            <a:ext cx="2209759" cy="396896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AD5465-13B9-5047-9E92-61A065CB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472" y="1514750"/>
            <a:ext cx="4528460" cy="227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952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7D72817F-CB3A-8358-C69F-8794B24F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49326A6-1053-E34F-0BDE-4F9EBF914D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4. </a:t>
            </a:r>
            <a:r>
              <a:rPr lang="ko-KR" altLang="en-US" dirty="0"/>
              <a:t>균형 잡힌 영양소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조합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D5A5A9A-849F-86CC-3659-0A3F29297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59" y="784542"/>
            <a:ext cx="2211876" cy="4126400"/>
          </a:xfrm>
          <a:prstGeom prst="rect">
            <a:avLst/>
          </a:prstGeom>
        </p:spPr>
      </p:pic>
      <p:pic>
        <p:nvPicPr>
          <p:cNvPr id="5" name="그림 4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E63C9E93-10B6-29D5-FAD5-E97374534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6646" y="1608455"/>
            <a:ext cx="5150947" cy="192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14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C0D2322-8AAA-3EEF-9FB5-B679B46C0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B9C18BF8-FEDC-1328-FD08-C66093382C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sz="2800" dirty="0"/>
              <a:t>체육복 </a:t>
            </a:r>
            <a:r>
              <a:rPr lang="en-US" altLang="ko-KR" sz="2800" dirty="0"/>
              <a:t>(Programmers, </a:t>
            </a:r>
            <a:r>
              <a:rPr lang="ko-KR" altLang="en-US" sz="2800" dirty="0" err="1"/>
              <a:t>그리디</a:t>
            </a:r>
            <a:r>
              <a:rPr lang="en-US" altLang="ko-KR" sz="2800" dirty="0"/>
              <a:t>)</a:t>
            </a:r>
            <a:endParaRPr dirty="0"/>
          </a:p>
        </p:txBody>
      </p:sp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8B1F5207-6A86-2C16-83B9-1C3B3D1C06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869"/>
          <a:stretch/>
        </p:blipFill>
        <p:spPr>
          <a:xfrm>
            <a:off x="4571987" y="1017268"/>
            <a:ext cx="4269964" cy="3353839"/>
          </a:xfrm>
          <a:prstGeom prst="rect">
            <a:avLst/>
          </a:prstGeom>
        </p:spPr>
      </p:pic>
      <p:pic>
        <p:nvPicPr>
          <p:cNvPr id="7" name="그림 6" descr="텍스트, 스크린샷, 소프트웨어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B3552CAC-0BFD-DF3D-E6D9-16675D1D6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7" y="1017269"/>
            <a:ext cx="4139421" cy="335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6364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46</Words>
  <Application>Microsoft Office PowerPoint</Application>
  <PresentationFormat>화면 슬라이드 쇼(16:9)</PresentationFormat>
  <Paragraphs>5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Palanquin Dark</vt:lpstr>
      <vt:lpstr>Jost</vt:lpstr>
      <vt:lpstr>Arial</vt:lpstr>
      <vt:lpstr>Calibri</vt:lpstr>
      <vt:lpstr>Linic by Slidesgo</vt:lpstr>
      <vt:lpstr>동전 0(백준, 그리디) </vt:lpstr>
      <vt:lpstr>2. 블랙잭(백준, Bruteforce, 조합) </vt:lpstr>
      <vt:lpstr>3. 자산 증감 (TUKorea, 구현) </vt:lpstr>
      <vt:lpstr>4. 균형 잡힌 영양소 (TUKorea, 조합)</vt:lpstr>
      <vt:lpstr>5. 체육복 (Programmers, 그리디)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12</cp:revision>
  <dcterms:modified xsi:type="dcterms:W3CDTF">2026-04-03T10:45:58Z</dcterms:modified>
</cp:coreProperties>
</file>