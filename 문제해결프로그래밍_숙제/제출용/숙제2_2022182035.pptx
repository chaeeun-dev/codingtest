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Jost" panose="020B0600000101010101" charset="0"/>
      <p:regular r:id="rId8"/>
      <p:bold r:id="rId9"/>
      <p:italic r:id="rId10"/>
      <p:boldItalic r:id="rId11"/>
    </p:embeddedFont>
    <p:embeddedFont>
      <p:font typeface="Palanquin Dark" panose="020B0600000101010101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3ED5E32-773D-3C19-AE67-A3614B49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48EE7EA0-4770-F528-622F-627C9F6933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A059F04-DEF7-4610-D96F-A76C88E1D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9380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F6099A1-30FC-6703-A132-7B7AF1777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B0CAA629-18D7-704E-57EB-9528A17824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4FB2B3-569C-2F62-854B-8EEA088A14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2290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0909D86D-59C4-0AF5-8146-4BE4C8F1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039DE90B-4C9F-E08A-E491-FCE494C63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81476C2-9ABF-56F4-0C09-29E2C10D3D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35424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243738B3-3232-485F-C041-BB375B191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A38A15FB-4A9A-6F4D-F139-F90D81266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D0BC515B-C347-1CC8-C783-6DB3CDA7ED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262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>
              <a:buAutoNum type="arabicPeriod"/>
            </a:pPr>
            <a:r>
              <a:rPr lang="ko-KR" altLang="en-US" dirty="0"/>
              <a:t>동전 </a:t>
            </a:r>
            <a:r>
              <a:rPr lang="en-US" altLang="ko-KR" dirty="0"/>
              <a:t>0(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그리디</a:t>
            </a:r>
            <a:r>
              <a:rPr lang="en-US" altLang="ko-KR" dirty="0"/>
              <a:t>)</a:t>
            </a:r>
            <a:br>
              <a:rPr lang="en-US" altLang="ko-KR" dirty="0"/>
            </a:b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2701B4-5498-2388-5C10-A1DF13E6C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402" y="845493"/>
            <a:ext cx="4849169" cy="39073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6295521-90BF-8941-FE8F-FEABD4D4E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D278357-1B12-1DB4-3E94-95A34A40F8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 err="1"/>
              <a:t>블랙잭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en-US" altLang="ko-KR" dirty="0" err="1"/>
              <a:t>Bruteforce</a:t>
            </a:r>
            <a:r>
              <a:rPr lang="en-US" altLang="ko-KR" dirty="0"/>
              <a:t>, </a:t>
            </a:r>
            <a:r>
              <a:rPr lang="ko-KR" altLang="en-US" dirty="0"/>
              <a:t>조합</a:t>
            </a:r>
            <a:r>
              <a:rPr lang="en-US" altLang="ko-KR" dirty="0"/>
              <a:t>)</a:t>
            </a:r>
            <a:br>
              <a:rPr lang="en-US" altLang="ko-KR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6423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7D72817F-CB3A-8358-C69F-8794B24F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49326A6-1053-E34F-0BDE-4F9EBF914D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6014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EDE38785-F97D-21D3-D29A-BD6C1D2F5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B059EAC4-C138-E5CB-C71B-F0A0865328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br>
              <a:rPr lang="en-US" altLang="ko-KR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7710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F72052D0-1D85-EDDD-AB62-6A9AB29C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E91D543-9B9E-C386-8C48-B6612A191F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br>
              <a:rPr lang="en-US" altLang="ko-KR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2443188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21</Words>
  <Application>Microsoft Office PowerPoint</Application>
  <PresentationFormat>화면 슬라이드 쇼(16:9)</PresentationFormat>
  <Paragraphs>4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Arial</vt:lpstr>
      <vt:lpstr>Calibri</vt:lpstr>
      <vt:lpstr>Jost</vt:lpstr>
      <vt:lpstr>Palanquin Dark</vt:lpstr>
      <vt:lpstr>Linic by Slidesgo</vt:lpstr>
      <vt:lpstr>동전 0(백준, 그리디) </vt:lpstr>
      <vt:lpstr>2. 블랙잭(백준, Bruteforce, 조합) </vt:lpstr>
      <vt:lpstr>PowerPoint 프레젠테이션</vt:lpstr>
      <vt:lpstr> 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임채은(2022182035)</cp:lastModifiedBy>
  <cp:revision>5</cp:revision>
  <dcterms:modified xsi:type="dcterms:W3CDTF">2026-03-18T03:11:26Z</dcterms:modified>
</cp:coreProperties>
</file>